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4"/>
    <p:sldMasterId id="214748369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Montserrat SemiBold"/>
      <p:regular r:id="rId24"/>
      <p:bold r:id="rId25"/>
      <p:italic r:id="rId26"/>
      <p:boldItalic r:id="rId27"/>
    </p:embeddedFont>
    <p:embeddedFont>
      <p:font typeface="Montserrat"/>
      <p:regular r:id="rId28"/>
      <p:bold r:id="rId29"/>
      <p:italic r:id="rId30"/>
      <p:boldItalic r:id="rId31"/>
    </p:embeddedFont>
    <p:embeddedFont>
      <p:font typeface="Inter"/>
      <p:regular r:id="rId32"/>
      <p:bold r:id="rId33"/>
      <p:italic r:id="rId34"/>
      <p:boldItalic r:id="rId35"/>
    </p:embeddedFont>
    <p:embeddedFont>
      <p:font typeface="Montserrat Medium"/>
      <p:regular r:id="rId36"/>
      <p:bold r:id="rId37"/>
      <p:italic r:id="rId38"/>
      <p:boldItalic r:id="rId39"/>
    </p:embeddedFont>
    <p:embeddedFont>
      <p:font typeface="Montserrat Light"/>
      <p:regular r:id="rId40"/>
      <p:bold r:id="rId41"/>
      <p:italic r:id="rId42"/>
      <p:boldItalic r:id="rId43"/>
    </p:embeddedFont>
    <p:embeddedFont>
      <p:font typeface="Montserrat ExtraBold"/>
      <p:bold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
          <p15:clr>
            <a:srgbClr val="A4A3A4"/>
          </p15:clr>
        </p15:guide>
        <p15:guide id="2" pos="288">
          <p15:clr>
            <a:srgbClr val="A4A3A4"/>
          </p15:clr>
        </p15:guide>
        <p15:guide id="3" pos="5472">
          <p15:clr>
            <a:srgbClr val="9AA0A6"/>
          </p15:clr>
        </p15:guide>
        <p15:guide id="4" orient="horz" pos="2952">
          <p15:clr>
            <a:srgbClr val="9AA0A6"/>
          </p15:clr>
        </p15:guide>
        <p15:guide id="5" pos="4896">
          <p15:clr>
            <a:srgbClr val="9AA0A6"/>
          </p15:clr>
        </p15:guide>
        <p15:guide id="6" orient="horz" pos="917">
          <p15:clr>
            <a:srgbClr val="9AA0A6"/>
          </p15:clr>
        </p15:guide>
        <p15:guide id="7" pos="4320">
          <p15:clr>
            <a:srgbClr val="9AA0A6"/>
          </p15:clr>
        </p15:guide>
        <p15:guide id="8" pos="3744">
          <p15:clr>
            <a:srgbClr val="9AA0A6"/>
          </p15:clr>
        </p15:guide>
        <p15:guide id="9" pos="3168">
          <p15:clr>
            <a:srgbClr val="9AA0A6"/>
          </p15:clr>
        </p15:guide>
        <p15:guide id="10" pos="2592">
          <p15:clr>
            <a:srgbClr val="9AA0A6"/>
          </p15:clr>
        </p15:guide>
        <p15:guide id="11" pos="2016">
          <p15:clr>
            <a:srgbClr val="9AA0A6"/>
          </p15:clr>
        </p15:guide>
        <p15:guide id="12" pos="1440">
          <p15:clr>
            <a:srgbClr val="9AA0A6"/>
          </p15:clr>
        </p15:guide>
        <p15:guide id="13" pos="864">
          <p15:clr>
            <a:srgbClr val="9AA0A6"/>
          </p15:clr>
        </p15:guide>
        <p15:guide id="14" orient="horz" pos="1546">
          <p15:clr>
            <a:srgbClr val="9AA0A6"/>
          </p15:clr>
        </p15:guide>
        <p15:guide id="15" orient="horz" pos="1694">
          <p15:clr>
            <a:srgbClr val="9AA0A6"/>
          </p15:clr>
        </p15:guide>
        <p15:guide id="16" orient="horz" pos="2323">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 orient="horz"/>
        <p:guide pos="288"/>
        <p:guide pos="5472"/>
        <p:guide pos="2952" orient="horz"/>
        <p:guide pos="4896"/>
        <p:guide pos="917" orient="horz"/>
        <p:guide pos="4320"/>
        <p:guide pos="3744"/>
        <p:guide pos="3168"/>
        <p:guide pos="2592"/>
        <p:guide pos="2016"/>
        <p:guide pos="1440"/>
        <p:guide pos="864"/>
        <p:guide pos="1546" orient="horz"/>
        <p:guide pos="1694" orient="horz"/>
        <p:guide pos="2323"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Light-regular.fntdata"/><Relationship Id="rId20" Type="http://schemas.openxmlformats.org/officeDocument/2006/relationships/slide" Target="slides/slide14.xml"/><Relationship Id="rId42" Type="http://schemas.openxmlformats.org/officeDocument/2006/relationships/font" Target="fonts/MontserratLight-italic.fntdata"/><Relationship Id="rId41" Type="http://schemas.openxmlformats.org/officeDocument/2006/relationships/font" Target="fonts/MontserratLight-bold.fntdata"/><Relationship Id="rId22" Type="http://schemas.openxmlformats.org/officeDocument/2006/relationships/slide" Target="slides/slide16.xml"/><Relationship Id="rId44" Type="http://schemas.openxmlformats.org/officeDocument/2006/relationships/font" Target="fonts/MontserratExtraBold-bold.fntdata"/><Relationship Id="rId21" Type="http://schemas.openxmlformats.org/officeDocument/2006/relationships/slide" Target="slides/slide15.xml"/><Relationship Id="rId43" Type="http://schemas.openxmlformats.org/officeDocument/2006/relationships/font" Target="fonts/MontserratLight-boldItalic.fntdata"/><Relationship Id="rId24" Type="http://schemas.openxmlformats.org/officeDocument/2006/relationships/font" Target="fonts/MontserratSemiBold-regular.fntdata"/><Relationship Id="rId23" Type="http://schemas.openxmlformats.org/officeDocument/2006/relationships/slide" Target="slides/slide17.xml"/><Relationship Id="rId45" Type="http://schemas.openxmlformats.org/officeDocument/2006/relationships/font" Target="fonts/MontserratExtra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SemiBold-italic.fntdata"/><Relationship Id="rId25" Type="http://schemas.openxmlformats.org/officeDocument/2006/relationships/font" Target="fonts/MontserratSemiBold-bold.fntdata"/><Relationship Id="rId28" Type="http://schemas.openxmlformats.org/officeDocument/2006/relationships/font" Target="fonts/Montserrat-regular.fntdata"/><Relationship Id="rId27" Type="http://schemas.openxmlformats.org/officeDocument/2006/relationships/font" Target="fonts/MontserratSemiBold-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Montserra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5.xml"/><Relationship Id="rId33" Type="http://schemas.openxmlformats.org/officeDocument/2006/relationships/font" Target="fonts/Inter-bold.fntdata"/><Relationship Id="rId10" Type="http://schemas.openxmlformats.org/officeDocument/2006/relationships/slide" Target="slides/slide4.xml"/><Relationship Id="rId32" Type="http://schemas.openxmlformats.org/officeDocument/2006/relationships/font" Target="fonts/Inter-regular.fntdata"/><Relationship Id="rId13" Type="http://schemas.openxmlformats.org/officeDocument/2006/relationships/slide" Target="slides/slide7.xml"/><Relationship Id="rId35" Type="http://schemas.openxmlformats.org/officeDocument/2006/relationships/font" Target="fonts/Inter-boldItalic.fntdata"/><Relationship Id="rId12" Type="http://schemas.openxmlformats.org/officeDocument/2006/relationships/slide" Target="slides/slide6.xml"/><Relationship Id="rId34" Type="http://schemas.openxmlformats.org/officeDocument/2006/relationships/font" Target="fonts/Inter-italic.fntdata"/><Relationship Id="rId15" Type="http://schemas.openxmlformats.org/officeDocument/2006/relationships/slide" Target="slides/slide9.xml"/><Relationship Id="rId37" Type="http://schemas.openxmlformats.org/officeDocument/2006/relationships/font" Target="fonts/MontserratMedium-bold.fntdata"/><Relationship Id="rId14" Type="http://schemas.openxmlformats.org/officeDocument/2006/relationships/slide" Target="slides/slide8.xml"/><Relationship Id="rId36" Type="http://schemas.openxmlformats.org/officeDocument/2006/relationships/font" Target="fonts/MontserratMedium-regular.fntdata"/><Relationship Id="rId17" Type="http://schemas.openxmlformats.org/officeDocument/2006/relationships/slide" Target="slides/slide11.xml"/><Relationship Id="rId39" Type="http://schemas.openxmlformats.org/officeDocument/2006/relationships/font" Target="fonts/MontserratMedium-boldItalic.fntdata"/><Relationship Id="rId16" Type="http://schemas.openxmlformats.org/officeDocument/2006/relationships/slide" Target="slides/slide10.xml"/><Relationship Id="rId38" Type="http://schemas.openxmlformats.org/officeDocument/2006/relationships/font" Target="fonts/MontserratMedium-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2cd81640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2cd81640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DELETE THIS SLIDE WHEN FINISHED WITH YOUR PRESENTATION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75d42b913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75d42b913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DELETE THIS SLIDE WHEN FINISHED WITH YOUR PRESENTATION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375398be20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375398be20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375398be2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375398be2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75d42b913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75d42b913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75d42b913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75d42b913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75d42b913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75d42b913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375398be20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375398be20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375398be20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375398be20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375398be2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375398be2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375398be2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375398be2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375398be2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375398be2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375398be2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375398be2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3d4e2e87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3d4e2e87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75d42b913a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75d42b913a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75d42b913a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275d42b913a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 Id="rId3"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jpg"/><Relationship Id="rId3"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jpg"/><Relationship Id="rId3"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457208" y="4416742"/>
            <a:ext cx="548700" cy="393600"/>
          </a:xfrm>
          <a:prstGeom prst="rect">
            <a:avLst/>
          </a:prstGeom>
        </p:spPr>
        <p:txBody>
          <a:bodyPr anchorCtr="0" anchor="ctr" bIns="91425" lIns="91425" spcFirstLastPara="1" rIns="91425" wrap="square" tIns="91425">
            <a:normAutofit/>
          </a:bodyPr>
          <a:lstStyle>
            <a:lvl1pPr lvl="0" algn="l">
              <a:buNone/>
              <a:defRPr/>
            </a:lvl1pPr>
            <a:lvl2pPr lvl="1" algn="l">
              <a:buNone/>
              <a:defRPr/>
            </a:lvl2pPr>
            <a:lvl3pPr lvl="2" algn="l">
              <a:buNone/>
              <a:defRPr/>
            </a:lvl3pPr>
            <a:lvl4pPr lvl="3" algn="l">
              <a:buNone/>
              <a:defRPr/>
            </a:lvl4pPr>
            <a:lvl5pPr lvl="4" algn="l">
              <a:buNone/>
              <a:defRPr/>
            </a:lvl5pPr>
            <a:lvl6pPr lvl="5" algn="l">
              <a:buNone/>
              <a:defRPr/>
            </a:lvl6pPr>
            <a:lvl7pPr lvl="6" algn="l">
              <a:buNone/>
              <a:defRPr/>
            </a:lvl7pPr>
            <a:lvl8pPr lvl="7" algn="l">
              <a:buNone/>
              <a:defRPr/>
            </a:lvl8pPr>
            <a:lvl9pPr lvl="8" algn="l">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1_2">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nvSpPr>
        <p:spPr>
          <a:xfrm>
            <a:off x="806325" y="454129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2022 Cloud Native Computing Foundation</a:t>
            </a:r>
            <a:endParaRPr sz="700">
              <a:solidFill>
                <a:schemeClr val="lt1"/>
              </a:solidFill>
              <a:latin typeface="Montserrat"/>
              <a:ea typeface="Montserrat"/>
              <a:cs typeface="Montserrat"/>
              <a:sym typeface="Montserrat"/>
            </a:endParaRPr>
          </a:p>
        </p:txBody>
      </p:sp>
      <p:cxnSp>
        <p:nvCxnSpPr>
          <p:cNvPr id="52" name="Google Shape;52;p13"/>
          <p:cNvCxnSpPr/>
          <p:nvPr/>
        </p:nvCxnSpPr>
        <p:spPr>
          <a:xfrm rot="10800000">
            <a:off x="757056" y="4607867"/>
            <a:ext cx="0" cy="156900"/>
          </a:xfrm>
          <a:prstGeom prst="straightConnector1">
            <a:avLst/>
          </a:prstGeom>
          <a:noFill/>
          <a:ln cap="flat" cmpd="sng" w="9525">
            <a:solidFill>
              <a:schemeClr val="lt1"/>
            </a:solidFill>
            <a:prstDash val="solid"/>
            <a:round/>
            <a:headEnd len="med" w="med" type="none"/>
            <a:tailEnd len="med" w="med" type="none"/>
          </a:ln>
        </p:spPr>
      </p:cxnSp>
      <p:sp>
        <p:nvSpPr>
          <p:cNvPr id="53" name="Google Shape;53;p13"/>
          <p:cNvSpPr txBox="1"/>
          <p:nvPr/>
        </p:nvSpPr>
        <p:spPr>
          <a:xfrm>
            <a:off x="283849" y="4492325"/>
            <a:ext cx="4281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lt1"/>
                </a:solidFill>
                <a:latin typeface="Montserrat Light"/>
                <a:ea typeface="Montserrat Light"/>
                <a:cs typeface="Montserrat Light"/>
                <a:sym typeface="Montserrat Light"/>
              </a:rPr>
              <a:t>‹#›</a:t>
            </a:fld>
            <a:endParaRPr sz="1000">
              <a:solidFill>
                <a:schemeClr val="lt1"/>
              </a:solidFill>
              <a:latin typeface="Montserrat Light"/>
              <a:ea typeface="Montserrat Light"/>
              <a:cs typeface="Montserrat Light"/>
              <a:sym typeface="Montserrat Light"/>
            </a:endParaRPr>
          </a:p>
        </p:txBody>
      </p:sp>
      <p:pic>
        <p:nvPicPr>
          <p:cNvPr id="54" name="Google Shape;54;p13"/>
          <p:cNvPicPr preferRelativeResize="0"/>
          <p:nvPr/>
        </p:nvPicPr>
        <p:blipFill>
          <a:blip r:embed="rId3">
            <a:alphaModFix/>
          </a:blip>
          <a:stretch>
            <a:fillRect/>
          </a:stretch>
        </p:blipFill>
        <p:spPr>
          <a:xfrm>
            <a:off x="8564050" y="4565900"/>
            <a:ext cx="245500" cy="240775"/>
          </a:xfrm>
          <a:prstGeom prst="rect">
            <a:avLst/>
          </a:prstGeom>
          <a:noFill/>
          <a:ln>
            <a:noFill/>
          </a:ln>
        </p:spPr>
      </p:pic>
      <p:sp>
        <p:nvSpPr>
          <p:cNvPr id="55" name="Google Shape;55;p13"/>
          <p:cNvSpPr txBox="1"/>
          <p:nvPr>
            <p:ph type="title"/>
          </p:nvPr>
        </p:nvSpPr>
        <p:spPr>
          <a:xfrm>
            <a:off x="369775" y="196475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4000"/>
              <a:buNone/>
              <a:defRPr sz="4000">
                <a:solidFill>
                  <a:schemeClr val="lt1"/>
                </a:solidFill>
              </a:defRPr>
            </a:lvl1pPr>
            <a:lvl2pPr lvl="1" rtl="0">
              <a:spcBef>
                <a:spcPts val="0"/>
              </a:spcBef>
              <a:spcAft>
                <a:spcPts val="0"/>
              </a:spcAft>
              <a:buSzPts val="4000"/>
              <a:buFont typeface="Montserrat"/>
              <a:buNone/>
              <a:defRPr b="1" sz="4000">
                <a:latin typeface="Montserrat"/>
                <a:ea typeface="Montserrat"/>
                <a:cs typeface="Montserrat"/>
                <a:sym typeface="Montserrat"/>
              </a:defRPr>
            </a:lvl2pPr>
            <a:lvl3pPr lvl="2" rtl="0">
              <a:spcBef>
                <a:spcPts val="0"/>
              </a:spcBef>
              <a:spcAft>
                <a:spcPts val="0"/>
              </a:spcAft>
              <a:buSzPts val="4000"/>
              <a:buFont typeface="Montserrat"/>
              <a:buNone/>
              <a:defRPr b="1" sz="4000">
                <a:latin typeface="Montserrat"/>
                <a:ea typeface="Montserrat"/>
                <a:cs typeface="Montserrat"/>
                <a:sym typeface="Montserrat"/>
              </a:defRPr>
            </a:lvl3pPr>
            <a:lvl4pPr lvl="3" rtl="0">
              <a:spcBef>
                <a:spcPts val="0"/>
              </a:spcBef>
              <a:spcAft>
                <a:spcPts val="0"/>
              </a:spcAft>
              <a:buSzPts val="4000"/>
              <a:buFont typeface="Montserrat"/>
              <a:buNone/>
              <a:defRPr b="1" sz="4000">
                <a:latin typeface="Montserrat"/>
                <a:ea typeface="Montserrat"/>
                <a:cs typeface="Montserrat"/>
                <a:sym typeface="Montserrat"/>
              </a:defRPr>
            </a:lvl4pPr>
            <a:lvl5pPr lvl="4" rtl="0">
              <a:spcBef>
                <a:spcPts val="0"/>
              </a:spcBef>
              <a:spcAft>
                <a:spcPts val="0"/>
              </a:spcAft>
              <a:buSzPts val="4000"/>
              <a:buFont typeface="Montserrat"/>
              <a:buNone/>
              <a:defRPr b="1" sz="4000">
                <a:latin typeface="Montserrat"/>
                <a:ea typeface="Montserrat"/>
                <a:cs typeface="Montserrat"/>
                <a:sym typeface="Montserrat"/>
              </a:defRPr>
            </a:lvl5pPr>
            <a:lvl6pPr lvl="5" rtl="0">
              <a:spcBef>
                <a:spcPts val="0"/>
              </a:spcBef>
              <a:spcAft>
                <a:spcPts val="0"/>
              </a:spcAft>
              <a:buSzPts val="4000"/>
              <a:buFont typeface="Montserrat"/>
              <a:buNone/>
              <a:defRPr b="1" sz="4000">
                <a:latin typeface="Montserrat"/>
                <a:ea typeface="Montserrat"/>
                <a:cs typeface="Montserrat"/>
                <a:sym typeface="Montserrat"/>
              </a:defRPr>
            </a:lvl6pPr>
            <a:lvl7pPr lvl="6" rtl="0">
              <a:spcBef>
                <a:spcPts val="0"/>
              </a:spcBef>
              <a:spcAft>
                <a:spcPts val="0"/>
              </a:spcAft>
              <a:buSzPts val="4000"/>
              <a:buFont typeface="Montserrat"/>
              <a:buNone/>
              <a:defRPr b="1" sz="4000">
                <a:latin typeface="Montserrat"/>
                <a:ea typeface="Montserrat"/>
                <a:cs typeface="Montserrat"/>
                <a:sym typeface="Montserrat"/>
              </a:defRPr>
            </a:lvl7pPr>
            <a:lvl8pPr lvl="7" rtl="0">
              <a:spcBef>
                <a:spcPts val="0"/>
              </a:spcBef>
              <a:spcAft>
                <a:spcPts val="0"/>
              </a:spcAft>
              <a:buSzPts val="4000"/>
              <a:buFont typeface="Montserrat"/>
              <a:buNone/>
              <a:defRPr b="1" sz="4000">
                <a:latin typeface="Montserrat"/>
                <a:ea typeface="Montserrat"/>
                <a:cs typeface="Montserrat"/>
                <a:sym typeface="Montserrat"/>
              </a:defRPr>
            </a:lvl8pPr>
            <a:lvl9pPr lvl="8" rtl="0">
              <a:spcBef>
                <a:spcPts val="0"/>
              </a:spcBef>
              <a:spcAft>
                <a:spcPts val="0"/>
              </a:spcAft>
              <a:buSzPts val="4000"/>
              <a:buFont typeface="Montserrat"/>
              <a:buNone/>
              <a:defRPr b="1" sz="4000">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Title slide white" type="title">
  <p:cSld name="TITLE">
    <p:spTree>
      <p:nvGrpSpPr>
        <p:cNvPr id="59" name="Shape 59"/>
        <p:cNvGrpSpPr/>
        <p:nvPr/>
      </p:nvGrpSpPr>
      <p:grpSpPr>
        <a:xfrm>
          <a:off x="0" y="0"/>
          <a:ext cx="0" cy="0"/>
          <a:chOff x="0" y="0"/>
          <a:chExt cx="0" cy="0"/>
        </a:xfrm>
      </p:grpSpPr>
      <p:pic>
        <p:nvPicPr>
          <p:cNvPr id="60" name="Google Shape;60;p15"/>
          <p:cNvPicPr preferRelativeResize="0"/>
          <p:nvPr/>
        </p:nvPicPr>
        <p:blipFill>
          <a:blip r:embed="rId2">
            <a:alphaModFix/>
          </a:blip>
          <a:stretch>
            <a:fillRect/>
          </a:stretch>
        </p:blipFill>
        <p:spPr>
          <a:xfrm>
            <a:off x="457200" y="804478"/>
            <a:ext cx="1828801" cy="348600"/>
          </a:xfrm>
          <a:prstGeom prst="rect">
            <a:avLst/>
          </a:prstGeom>
          <a:noFill/>
          <a:ln>
            <a:noFill/>
          </a:ln>
        </p:spPr>
      </p:pic>
      <p:sp>
        <p:nvSpPr>
          <p:cNvPr id="61" name="Google Shape;61;p15"/>
          <p:cNvSpPr txBox="1"/>
          <p:nvPr>
            <p:ph type="title"/>
          </p:nvPr>
        </p:nvSpPr>
        <p:spPr>
          <a:xfrm>
            <a:off x="457200" y="1407550"/>
            <a:ext cx="7222800" cy="7500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2pPr>
            <a:lvl3pPr lvl="2"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3pPr>
            <a:lvl4pPr lvl="3"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4pPr>
            <a:lvl5pPr lvl="4"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5pPr>
            <a:lvl6pPr lvl="5"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6pPr>
            <a:lvl7pPr lvl="6"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7pPr>
            <a:lvl8pPr lvl="7"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8pPr>
            <a:lvl9pPr lvl="8"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9pPr>
          </a:lstStyle>
          <a:p/>
        </p:txBody>
      </p:sp>
      <p:sp>
        <p:nvSpPr>
          <p:cNvPr id="62" name="Google Shape;62;p15"/>
          <p:cNvSpPr txBox="1"/>
          <p:nvPr>
            <p:ph idx="1" type="subTitle"/>
          </p:nvPr>
        </p:nvSpPr>
        <p:spPr>
          <a:xfrm>
            <a:off x="457200" y="2157550"/>
            <a:ext cx="4715700" cy="6474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86FF"/>
              </a:buClr>
              <a:buSzPts val="2000"/>
              <a:buFont typeface="Montserrat SemiBold"/>
              <a:buNone/>
              <a:defRPr sz="2000">
                <a:solidFill>
                  <a:srgbClr val="0086FF"/>
                </a:solidFill>
                <a:latin typeface="Montserrat SemiBold"/>
                <a:ea typeface="Montserrat SemiBold"/>
                <a:cs typeface="Montserrat SemiBold"/>
                <a:sym typeface="Montserrat SemiBold"/>
              </a:defRPr>
            </a:lvl1pPr>
            <a:lvl2pPr lvl="1" rtl="0">
              <a:spcBef>
                <a:spcPts val="0"/>
              </a:spcBef>
              <a:spcAft>
                <a:spcPts val="0"/>
              </a:spcAft>
              <a:buClr>
                <a:srgbClr val="0086FF"/>
              </a:buClr>
              <a:buSzPts val="1600"/>
              <a:buNone/>
              <a:defRPr>
                <a:solidFill>
                  <a:srgbClr val="0086FF"/>
                </a:solidFill>
              </a:defRPr>
            </a:lvl2pPr>
            <a:lvl3pPr lvl="2" rtl="0">
              <a:spcBef>
                <a:spcPts val="0"/>
              </a:spcBef>
              <a:spcAft>
                <a:spcPts val="0"/>
              </a:spcAft>
              <a:buClr>
                <a:srgbClr val="0086FF"/>
              </a:buClr>
              <a:buSzPts val="1600"/>
              <a:buNone/>
              <a:defRPr>
                <a:solidFill>
                  <a:srgbClr val="0086FF"/>
                </a:solidFill>
              </a:defRPr>
            </a:lvl3pPr>
            <a:lvl4pPr lvl="3" rtl="0">
              <a:spcBef>
                <a:spcPts val="0"/>
              </a:spcBef>
              <a:spcAft>
                <a:spcPts val="0"/>
              </a:spcAft>
              <a:buClr>
                <a:srgbClr val="0086FF"/>
              </a:buClr>
              <a:buSzPts val="1600"/>
              <a:buNone/>
              <a:defRPr>
                <a:solidFill>
                  <a:srgbClr val="0086FF"/>
                </a:solidFill>
              </a:defRPr>
            </a:lvl4pPr>
            <a:lvl5pPr lvl="4" rtl="0">
              <a:spcBef>
                <a:spcPts val="0"/>
              </a:spcBef>
              <a:spcAft>
                <a:spcPts val="0"/>
              </a:spcAft>
              <a:buClr>
                <a:srgbClr val="0086FF"/>
              </a:buClr>
              <a:buSzPts val="1600"/>
              <a:buNone/>
              <a:defRPr>
                <a:solidFill>
                  <a:srgbClr val="0086FF"/>
                </a:solidFill>
              </a:defRPr>
            </a:lvl5pPr>
            <a:lvl6pPr lvl="5" rtl="0">
              <a:spcBef>
                <a:spcPts val="0"/>
              </a:spcBef>
              <a:spcAft>
                <a:spcPts val="0"/>
              </a:spcAft>
              <a:buClr>
                <a:srgbClr val="0086FF"/>
              </a:buClr>
              <a:buSzPts val="1600"/>
              <a:buNone/>
              <a:defRPr>
                <a:solidFill>
                  <a:srgbClr val="0086FF"/>
                </a:solidFill>
              </a:defRPr>
            </a:lvl6pPr>
            <a:lvl7pPr lvl="6" rtl="0">
              <a:spcBef>
                <a:spcPts val="0"/>
              </a:spcBef>
              <a:spcAft>
                <a:spcPts val="0"/>
              </a:spcAft>
              <a:buClr>
                <a:srgbClr val="0086FF"/>
              </a:buClr>
              <a:buSzPts val="1600"/>
              <a:buNone/>
              <a:defRPr>
                <a:solidFill>
                  <a:srgbClr val="0086FF"/>
                </a:solidFill>
              </a:defRPr>
            </a:lvl7pPr>
            <a:lvl8pPr lvl="7" rtl="0">
              <a:spcBef>
                <a:spcPts val="0"/>
              </a:spcBef>
              <a:spcAft>
                <a:spcPts val="0"/>
              </a:spcAft>
              <a:buClr>
                <a:srgbClr val="0086FF"/>
              </a:buClr>
              <a:buSzPts val="1600"/>
              <a:buNone/>
              <a:defRPr>
                <a:solidFill>
                  <a:srgbClr val="0086FF"/>
                </a:solidFill>
              </a:defRPr>
            </a:lvl8pPr>
            <a:lvl9pPr lvl="8" rtl="0">
              <a:spcBef>
                <a:spcPts val="0"/>
              </a:spcBef>
              <a:spcAft>
                <a:spcPts val="0"/>
              </a:spcAft>
              <a:buClr>
                <a:srgbClr val="0086FF"/>
              </a:buClr>
              <a:buSzPts val="1600"/>
              <a:buNone/>
              <a:defRPr>
                <a:solidFill>
                  <a:srgbClr val="0086FF"/>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Title slide pink">
  <p:cSld name="CUSTOM">
    <p:spTree>
      <p:nvGrpSpPr>
        <p:cNvPr id="63" name="Shape 63"/>
        <p:cNvGrpSpPr/>
        <p:nvPr/>
      </p:nvGrpSpPr>
      <p:grpSpPr>
        <a:xfrm>
          <a:off x="0" y="0"/>
          <a:ext cx="0" cy="0"/>
          <a:chOff x="0" y="0"/>
          <a:chExt cx="0" cy="0"/>
        </a:xfrm>
      </p:grpSpPr>
      <p:sp>
        <p:nvSpPr>
          <p:cNvPr id="64" name="Google Shape;64;p16"/>
          <p:cNvSpPr/>
          <p:nvPr/>
        </p:nvSpPr>
        <p:spPr>
          <a:xfrm>
            <a:off x="-15450" y="-112850"/>
            <a:ext cx="9174900" cy="5394000"/>
          </a:xfrm>
          <a:prstGeom prst="rect">
            <a:avLst/>
          </a:prstGeom>
          <a:gradFill>
            <a:gsLst>
              <a:gs pos="0">
                <a:srgbClr val="D62293"/>
              </a:gs>
              <a:gs pos="100000">
                <a:srgbClr val="F88167"/>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16"/>
          <p:cNvPicPr preferRelativeResize="0"/>
          <p:nvPr/>
        </p:nvPicPr>
        <p:blipFill rotWithShape="1">
          <a:blip r:embed="rId2">
            <a:alphaModFix/>
          </a:blip>
          <a:srcRect b="0" l="5482" r="0" t="0"/>
          <a:stretch/>
        </p:blipFill>
        <p:spPr>
          <a:xfrm>
            <a:off x="482900" y="689925"/>
            <a:ext cx="2102775" cy="489875"/>
          </a:xfrm>
          <a:prstGeom prst="rect">
            <a:avLst/>
          </a:prstGeom>
          <a:noFill/>
          <a:ln>
            <a:noFill/>
          </a:ln>
        </p:spPr>
      </p:pic>
      <p:sp>
        <p:nvSpPr>
          <p:cNvPr id="66" name="Google Shape;66;p16"/>
          <p:cNvSpPr txBox="1"/>
          <p:nvPr>
            <p:ph type="title"/>
          </p:nvPr>
        </p:nvSpPr>
        <p:spPr>
          <a:xfrm>
            <a:off x="457200" y="1407550"/>
            <a:ext cx="7222800" cy="7500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2pPr>
            <a:lvl3pPr lvl="2"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3pPr>
            <a:lvl4pPr lvl="3"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4pPr>
            <a:lvl5pPr lvl="4"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5pPr>
            <a:lvl6pPr lvl="5"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6pPr>
            <a:lvl7pPr lvl="6"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7pPr>
            <a:lvl8pPr lvl="7"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8pPr>
            <a:lvl9pPr lvl="8"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9pPr>
          </a:lstStyle>
          <a:p/>
        </p:txBody>
      </p:sp>
      <p:sp>
        <p:nvSpPr>
          <p:cNvPr id="67" name="Google Shape;67;p16"/>
          <p:cNvSpPr txBox="1"/>
          <p:nvPr>
            <p:ph idx="1" type="subTitle"/>
          </p:nvPr>
        </p:nvSpPr>
        <p:spPr>
          <a:xfrm>
            <a:off x="482900" y="2157550"/>
            <a:ext cx="4715700" cy="6474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000"/>
              <a:buFont typeface="Montserrat SemiBold"/>
              <a:buNone/>
              <a:defRPr sz="2000">
                <a:solidFill>
                  <a:schemeClr val="lt1"/>
                </a:solidFill>
                <a:latin typeface="Montserrat SemiBold"/>
                <a:ea typeface="Montserrat SemiBold"/>
                <a:cs typeface="Montserrat SemiBold"/>
                <a:sym typeface="Montserrat SemiBold"/>
              </a:defRPr>
            </a:lvl1pPr>
            <a:lvl2pPr lvl="1" rtl="0">
              <a:spcBef>
                <a:spcPts val="0"/>
              </a:spcBef>
              <a:spcAft>
                <a:spcPts val="0"/>
              </a:spcAft>
              <a:buClr>
                <a:srgbClr val="0086FF"/>
              </a:buClr>
              <a:buSzPts val="1600"/>
              <a:buNone/>
              <a:defRPr>
                <a:solidFill>
                  <a:srgbClr val="0086FF"/>
                </a:solidFill>
              </a:defRPr>
            </a:lvl2pPr>
            <a:lvl3pPr lvl="2" rtl="0">
              <a:spcBef>
                <a:spcPts val="0"/>
              </a:spcBef>
              <a:spcAft>
                <a:spcPts val="0"/>
              </a:spcAft>
              <a:buClr>
                <a:srgbClr val="0086FF"/>
              </a:buClr>
              <a:buSzPts val="1600"/>
              <a:buNone/>
              <a:defRPr>
                <a:solidFill>
                  <a:srgbClr val="0086FF"/>
                </a:solidFill>
              </a:defRPr>
            </a:lvl3pPr>
            <a:lvl4pPr lvl="3" rtl="0">
              <a:spcBef>
                <a:spcPts val="0"/>
              </a:spcBef>
              <a:spcAft>
                <a:spcPts val="0"/>
              </a:spcAft>
              <a:buClr>
                <a:srgbClr val="0086FF"/>
              </a:buClr>
              <a:buSzPts val="1600"/>
              <a:buNone/>
              <a:defRPr>
                <a:solidFill>
                  <a:srgbClr val="0086FF"/>
                </a:solidFill>
              </a:defRPr>
            </a:lvl4pPr>
            <a:lvl5pPr lvl="4" rtl="0">
              <a:spcBef>
                <a:spcPts val="0"/>
              </a:spcBef>
              <a:spcAft>
                <a:spcPts val="0"/>
              </a:spcAft>
              <a:buClr>
                <a:srgbClr val="0086FF"/>
              </a:buClr>
              <a:buSzPts val="1600"/>
              <a:buNone/>
              <a:defRPr>
                <a:solidFill>
                  <a:srgbClr val="0086FF"/>
                </a:solidFill>
              </a:defRPr>
            </a:lvl5pPr>
            <a:lvl6pPr lvl="5" rtl="0">
              <a:spcBef>
                <a:spcPts val="0"/>
              </a:spcBef>
              <a:spcAft>
                <a:spcPts val="0"/>
              </a:spcAft>
              <a:buClr>
                <a:srgbClr val="0086FF"/>
              </a:buClr>
              <a:buSzPts val="1600"/>
              <a:buNone/>
              <a:defRPr>
                <a:solidFill>
                  <a:srgbClr val="0086FF"/>
                </a:solidFill>
              </a:defRPr>
            </a:lvl6pPr>
            <a:lvl7pPr lvl="6" rtl="0">
              <a:spcBef>
                <a:spcPts val="0"/>
              </a:spcBef>
              <a:spcAft>
                <a:spcPts val="0"/>
              </a:spcAft>
              <a:buClr>
                <a:srgbClr val="0086FF"/>
              </a:buClr>
              <a:buSzPts val="1600"/>
              <a:buNone/>
              <a:defRPr>
                <a:solidFill>
                  <a:srgbClr val="0086FF"/>
                </a:solidFill>
              </a:defRPr>
            </a:lvl7pPr>
            <a:lvl8pPr lvl="7" rtl="0">
              <a:spcBef>
                <a:spcPts val="0"/>
              </a:spcBef>
              <a:spcAft>
                <a:spcPts val="0"/>
              </a:spcAft>
              <a:buClr>
                <a:srgbClr val="0086FF"/>
              </a:buClr>
              <a:buSzPts val="1600"/>
              <a:buNone/>
              <a:defRPr>
                <a:solidFill>
                  <a:srgbClr val="0086FF"/>
                </a:solidFill>
              </a:defRPr>
            </a:lvl8pPr>
            <a:lvl9pPr lvl="8" rtl="0">
              <a:spcBef>
                <a:spcPts val="0"/>
              </a:spcBef>
              <a:spcAft>
                <a:spcPts val="0"/>
              </a:spcAft>
              <a:buClr>
                <a:srgbClr val="0086FF"/>
              </a:buClr>
              <a:buSzPts val="1600"/>
              <a:buNone/>
              <a:defRPr>
                <a:solidFill>
                  <a:srgbClr val="0086FF"/>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Title slide blue">
  <p:cSld name="CUSTOM_1">
    <p:spTree>
      <p:nvGrpSpPr>
        <p:cNvPr id="68" name="Shape 68"/>
        <p:cNvGrpSpPr/>
        <p:nvPr/>
      </p:nvGrpSpPr>
      <p:grpSpPr>
        <a:xfrm>
          <a:off x="0" y="0"/>
          <a:ext cx="0" cy="0"/>
          <a:chOff x="0" y="0"/>
          <a:chExt cx="0" cy="0"/>
        </a:xfrm>
      </p:grpSpPr>
      <p:sp>
        <p:nvSpPr>
          <p:cNvPr id="69" name="Google Shape;69;p17"/>
          <p:cNvSpPr/>
          <p:nvPr/>
        </p:nvSpPr>
        <p:spPr>
          <a:xfrm>
            <a:off x="-15450" y="-112850"/>
            <a:ext cx="9174900" cy="5394000"/>
          </a:xfrm>
          <a:prstGeom prst="rect">
            <a:avLst/>
          </a:prstGeom>
          <a:gradFill>
            <a:gsLst>
              <a:gs pos="0">
                <a:srgbClr val="0086FF"/>
              </a:gs>
              <a:gs pos="100000">
                <a:srgbClr val="27E0FB"/>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 name="Google Shape;70;p17"/>
          <p:cNvPicPr preferRelativeResize="0"/>
          <p:nvPr/>
        </p:nvPicPr>
        <p:blipFill rotWithShape="1">
          <a:blip r:embed="rId2">
            <a:alphaModFix/>
          </a:blip>
          <a:srcRect b="0" l="5482" r="0" t="0"/>
          <a:stretch/>
        </p:blipFill>
        <p:spPr>
          <a:xfrm>
            <a:off x="482900" y="689925"/>
            <a:ext cx="2102775" cy="489875"/>
          </a:xfrm>
          <a:prstGeom prst="rect">
            <a:avLst/>
          </a:prstGeom>
          <a:noFill/>
          <a:ln>
            <a:noFill/>
          </a:ln>
        </p:spPr>
      </p:pic>
      <p:sp>
        <p:nvSpPr>
          <p:cNvPr id="71" name="Google Shape;71;p17"/>
          <p:cNvSpPr txBox="1"/>
          <p:nvPr>
            <p:ph type="title"/>
          </p:nvPr>
        </p:nvSpPr>
        <p:spPr>
          <a:xfrm>
            <a:off x="457200" y="1407550"/>
            <a:ext cx="7222800" cy="7500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2pPr>
            <a:lvl3pPr lvl="2"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3pPr>
            <a:lvl4pPr lvl="3"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4pPr>
            <a:lvl5pPr lvl="4"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5pPr>
            <a:lvl6pPr lvl="5"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6pPr>
            <a:lvl7pPr lvl="6"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7pPr>
            <a:lvl8pPr lvl="7"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8pPr>
            <a:lvl9pPr lvl="8" rtl="0">
              <a:spcBef>
                <a:spcPts val="0"/>
              </a:spcBef>
              <a:spcAft>
                <a:spcPts val="0"/>
              </a:spcAft>
              <a:buSzPts val="2600"/>
              <a:buFont typeface="Montserrat ExtraBold"/>
              <a:buNone/>
              <a:defRPr b="0" sz="2600">
                <a:latin typeface="Montserrat ExtraBold"/>
                <a:ea typeface="Montserrat ExtraBold"/>
                <a:cs typeface="Montserrat ExtraBold"/>
                <a:sym typeface="Montserrat ExtraBold"/>
              </a:defRPr>
            </a:lvl9pPr>
          </a:lstStyle>
          <a:p/>
        </p:txBody>
      </p:sp>
      <p:sp>
        <p:nvSpPr>
          <p:cNvPr id="72" name="Google Shape;72;p17"/>
          <p:cNvSpPr txBox="1"/>
          <p:nvPr>
            <p:ph idx="1" type="subTitle"/>
          </p:nvPr>
        </p:nvSpPr>
        <p:spPr>
          <a:xfrm>
            <a:off x="482900" y="2157550"/>
            <a:ext cx="4715700" cy="6474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000"/>
              <a:buFont typeface="Montserrat SemiBold"/>
              <a:buNone/>
              <a:defRPr sz="2000">
                <a:solidFill>
                  <a:schemeClr val="lt1"/>
                </a:solidFill>
                <a:latin typeface="Montserrat SemiBold"/>
                <a:ea typeface="Montserrat SemiBold"/>
                <a:cs typeface="Montserrat SemiBold"/>
                <a:sym typeface="Montserrat SemiBold"/>
              </a:defRPr>
            </a:lvl1pPr>
            <a:lvl2pPr lvl="1" rtl="0">
              <a:spcBef>
                <a:spcPts val="0"/>
              </a:spcBef>
              <a:spcAft>
                <a:spcPts val="0"/>
              </a:spcAft>
              <a:buClr>
                <a:srgbClr val="0086FF"/>
              </a:buClr>
              <a:buSzPts val="1600"/>
              <a:buNone/>
              <a:defRPr>
                <a:solidFill>
                  <a:srgbClr val="0086FF"/>
                </a:solidFill>
              </a:defRPr>
            </a:lvl2pPr>
            <a:lvl3pPr lvl="2" rtl="0">
              <a:spcBef>
                <a:spcPts val="0"/>
              </a:spcBef>
              <a:spcAft>
                <a:spcPts val="0"/>
              </a:spcAft>
              <a:buClr>
                <a:srgbClr val="0086FF"/>
              </a:buClr>
              <a:buSzPts val="1600"/>
              <a:buNone/>
              <a:defRPr>
                <a:solidFill>
                  <a:srgbClr val="0086FF"/>
                </a:solidFill>
              </a:defRPr>
            </a:lvl3pPr>
            <a:lvl4pPr lvl="3" rtl="0">
              <a:spcBef>
                <a:spcPts val="0"/>
              </a:spcBef>
              <a:spcAft>
                <a:spcPts val="0"/>
              </a:spcAft>
              <a:buClr>
                <a:srgbClr val="0086FF"/>
              </a:buClr>
              <a:buSzPts val="1600"/>
              <a:buNone/>
              <a:defRPr>
                <a:solidFill>
                  <a:srgbClr val="0086FF"/>
                </a:solidFill>
              </a:defRPr>
            </a:lvl4pPr>
            <a:lvl5pPr lvl="4" rtl="0">
              <a:spcBef>
                <a:spcPts val="0"/>
              </a:spcBef>
              <a:spcAft>
                <a:spcPts val="0"/>
              </a:spcAft>
              <a:buClr>
                <a:srgbClr val="0086FF"/>
              </a:buClr>
              <a:buSzPts val="1600"/>
              <a:buNone/>
              <a:defRPr>
                <a:solidFill>
                  <a:srgbClr val="0086FF"/>
                </a:solidFill>
              </a:defRPr>
            </a:lvl5pPr>
            <a:lvl6pPr lvl="5" rtl="0">
              <a:spcBef>
                <a:spcPts val="0"/>
              </a:spcBef>
              <a:spcAft>
                <a:spcPts val="0"/>
              </a:spcAft>
              <a:buClr>
                <a:srgbClr val="0086FF"/>
              </a:buClr>
              <a:buSzPts val="1600"/>
              <a:buNone/>
              <a:defRPr>
                <a:solidFill>
                  <a:srgbClr val="0086FF"/>
                </a:solidFill>
              </a:defRPr>
            </a:lvl6pPr>
            <a:lvl7pPr lvl="6" rtl="0">
              <a:spcBef>
                <a:spcPts val="0"/>
              </a:spcBef>
              <a:spcAft>
                <a:spcPts val="0"/>
              </a:spcAft>
              <a:buClr>
                <a:srgbClr val="0086FF"/>
              </a:buClr>
              <a:buSzPts val="1600"/>
              <a:buNone/>
              <a:defRPr>
                <a:solidFill>
                  <a:srgbClr val="0086FF"/>
                </a:solidFill>
              </a:defRPr>
            </a:lvl7pPr>
            <a:lvl8pPr lvl="7" rtl="0">
              <a:spcBef>
                <a:spcPts val="0"/>
              </a:spcBef>
              <a:spcAft>
                <a:spcPts val="0"/>
              </a:spcAft>
              <a:buClr>
                <a:srgbClr val="0086FF"/>
              </a:buClr>
              <a:buSzPts val="1600"/>
              <a:buNone/>
              <a:defRPr>
                <a:solidFill>
                  <a:srgbClr val="0086FF"/>
                </a:solidFill>
              </a:defRPr>
            </a:lvl8pPr>
            <a:lvl9pPr lvl="8" rtl="0">
              <a:spcBef>
                <a:spcPts val="0"/>
              </a:spcBef>
              <a:spcAft>
                <a:spcPts val="0"/>
              </a:spcAft>
              <a:buClr>
                <a:srgbClr val="0086FF"/>
              </a:buClr>
              <a:buSzPts val="1600"/>
              <a:buNone/>
              <a:defRPr>
                <a:solidFill>
                  <a:srgbClr val="0086FF"/>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CUSTOM_2">
    <p:spTree>
      <p:nvGrpSpPr>
        <p:cNvPr id="73" name="Shape 73"/>
        <p:cNvGrpSpPr/>
        <p:nvPr/>
      </p:nvGrpSpPr>
      <p:grpSpPr>
        <a:xfrm>
          <a:off x="0" y="0"/>
          <a:ext cx="0" cy="0"/>
          <a:chOff x="0" y="0"/>
          <a:chExt cx="0" cy="0"/>
        </a:xfrm>
      </p:grpSpPr>
      <p:pic>
        <p:nvPicPr>
          <p:cNvPr id="74" name="Google Shape;74;p18"/>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75" name="Google Shape;75;p18"/>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000000"/>
                </a:solidFill>
                <a:latin typeface="Montserrat"/>
                <a:ea typeface="Montserrat"/>
                <a:cs typeface="Montserrat"/>
                <a:sym typeface="Montserrat"/>
              </a:rPr>
              <a:t>© 202</a:t>
            </a:r>
            <a:r>
              <a:rPr lang="en" sz="700">
                <a:latin typeface="Montserrat"/>
                <a:ea typeface="Montserrat"/>
                <a:cs typeface="Montserrat"/>
                <a:sym typeface="Montserrat"/>
              </a:rPr>
              <a:t>3</a:t>
            </a:r>
            <a:r>
              <a:rPr lang="en" sz="700">
                <a:solidFill>
                  <a:srgbClr val="000000"/>
                </a:solidFill>
                <a:latin typeface="Montserrat"/>
                <a:ea typeface="Montserrat"/>
                <a:cs typeface="Montserrat"/>
                <a:sym typeface="Montserrat"/>
              </a:rPr>
              <a:t> Cloud Native Computing Foundation</a:t>
            </a:r>
            <a:endParaRPr sz="700">
              <a:solidFill>
                <a:srgbClr val="000000"/>
              </a:solidFill>
              <a:latin typeface="Montserrat"/>
              <a:ea typeface="Montserrat"/>
              <a:cs typeface="Montserrat"/>
              <a:sym typeface="Montserrat"/>
            </a:endParaRPr>
          </a:p>
        </p:txBody>
      </p:sp>
      <p:cxnSp>
        <p:nvCxnSpPr>
          <p:cNvPr id="76" name="Google Shape;76;p18"/>
          <p:cNvCxnSpPr/>
          <p:nvPr/>
        </p:nvCxnSpPr>
        <p:spPr>
          <a:xfrm rot="10800000">
            <a:off x="376906" y="4732654"/>
            <a:ext cx="0" cy="156900"/>
          </a:xfrm>
          <a:prstGeom prst="straightConnector1">
            <a:avLst/>
          </a:prstGeom>
          <a:noFill/>
          <a:ln cap="flat" cmpd="sng" w="9525">
            <a:solidFill>
              <a:srgbClr val="434343"/>
            </a:solidFill>
            <a:prstDash val="solid"/>
            <a:round/>
            <a:headEnd len="med" w="med" type="none"/>
            <a:tailEnd len="med" w="med" type="none"/>
          </a:ln>
        </p:spPr>
      </p:cxnSp>
      <p:sp>
        <p:nvSpPr>
          <p:cNvPr id="77" name="Google Shape;77;p18"/>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rgbClr val="000000"/>
                </a:solidFill>
                <a:latin typeface="Montserrat Light"/>
                <a:ea typeface="Montserrat Light"/>
                <a:cs typeface="Montserrat Light"/>
                <a:sym typeface="Montserrat Light"/>
              </a:rPr>
              <a:t>‹#›</a:t>
            </a:fld>
            <a:endParaRPr sz="700">
              <a:solidFill>
                <a:srgbClr val="000000"/>
              </a:solidFill>
              <a:latin typeface="Montserrat Light"/>
              <a:ea typeface="Montserrat Light"/>
              <a:cs typeface="Montserrat Light"/>
              <a:sym typeface="Montserrat Light"/>
            </a:endParaRPr>
          </a:p>
        </p:txBody>
      </p:sp>
      <p:sp>
        <p:nvSpPr>
          <p:cNvPr id="78" name="Google Shape;78;p18"/>
          <p:cNvSpPr/>
          <p:nvPr/>
        </p:nvSpPr>
        <p:spPr>
          <a:xfrm>
            <a:off x="0" y="0"/>
            <a:ext cx="9144000" cy="914400"/>
          </a:xfrm>
          <a:prstGeom prst="rect">
            <a:avLst/>
          </a:prstGeom>
          <a:gradFill>
            <a:gsLst>
              <a:gs pos="0">
                <a:srgbClr val="0086FF"/>
              </a:gs>
              <a:gs pos="100000">
                <a:srgbClr val="27E0FB"/>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8"/>
          <p:cNvSpPr/>
          <p:nvPr/>
        </p:nvSpPr>
        <p:spPr>
          <a:xfrm>
            <a:off x="533400" y="-3397425"/>
            <a:ext cx="783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8"/>
          <p:cNvSpPr txBox="1"/>
          <p:nvPr>
            <p:ph type="title"/>
          </p:nvPr>
        </p:nvSpPr>
        <p:spPr>
          <a:xfrm>
            <a:off x="523975" y="1121275"/>
            <a:ext cx="8219100" cy="688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
        <p:nvSpPr>
          <p:cNvPr id="81" name="Google Shape;81;p18"/>
          <p:cNvSpPr txBox="1"/>
          <p:nvPr>
            <p:ph idx="1" type="body"/>
          </p:nvPr>
        </p:nvSpPr>
        <p:spPr>
          <a:xfrm>
            <a:off x="523975" y="1809725"/>
            <a:ext cx="8219100" cy="28074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CUSTOM_3">
    <p:spTree>
      <p:nvGrpSpPr>
        <p:cNvPr id="82" name="Shape 82"/>
        <p:cNvGrpSpPr/>
        <p:nvPr/>
      </p:nvGrpSpPr>
      <p:grpSpPr>
        <a:xfrm>
          <a:off x="0" y="0"/>
          <a:ext cx="0" cy="0"/>
          <a:chOff x="0" y="0"/>
          <a:chExt cx="0" cy="0"/>
        </a:xfrm>
      </p:grpSpPr>
      <p:sp>
        <p:nvSpPr>
          <p:cNvPr id="83" name="Google Shape;83;p19"/>
          <p:cNvSpPr/>
          <p:nvPr/>
        </p:nvSpPr>
        <p:spPr>
          <a:xfrm>
            <a:off x="150" y="0"/>
            <a:ext cx="9144000" cy="914400"/>
          </a:xfrm>
          <a:prstGeom prst="rect">
            <a:avLst/>
          </a:prstGeom>
          <a:gradFill>
            <a:gsLst>
              <a:gs pos="0">
                <a:srgbClr val="D62293"/>
              </a:gs>
              <a:gs pos="100000">
                <a:srgbClr val="F88167"/>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 name="Google Shape;84;p19"/>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85" name="Google Shape;85;p19"/>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000000"/>
                </a:solidFill>
                <a:latin typeface="Montserrat"/>
                <a:ea typeface="Montserrat"/>
                <a:cs typeface="Montserrat"/>
                <a:sym typeface="Montserrat"/>
              </a:rPr>
              <a:t>© 202</a:t>
            </a:r>
            <a:r>
              <a:rPr lang="en" sz="700">
                <a:latin typeface="Montserrat"/>
                <a:ea typeface="Montserrat"/>
                <a:cs typeface="Montserrat"/>
                <a:sym typeface="Montserrat"/>
              </a:rPr>
              <a:t>3</a:t>
            </a:r>
            <a:r>
              <a:rPr lang="en" sz="700">
                <a:solidFill>
                  <a:srgbClr val="000000"/>
                </a:solidFill>
                <a:latin typeface="Montserrat"/>
                <a:ea typeface="Montserrat"/>
                <a:cs typeface="Montserrat"/>
                <a:sym typeface="Montserrat"/>
              </a:rPr>
              <a:t> Cloud Native Computing Foundation</a:t>
            </a:r>
            <a:endParaRPr sz="700">
              <a:solidFill>
                <a:srgbClr val="000000"/>
              </a:solidFill>
              <a:latin typeface="Montserrat"/>
              <a:ea typeface="Montserrat"/>
              <a:cs typeface="Montserrat"/>
              <a:sym typeface="Montserrat"/>
            </a:endParaRPr>
          </a:p>
        </p:txBody>
      </p:sp>
      <p:cxnSp>
        <p:nvCxnSpPr>
          <p:cNvPr id="86" name="Google Shape;86;p19"/>
          <p:cNvCxnSpPr/>
          <p:nvPr/>
        </p:nvCxnSpPr>
        <p:spPr>
          <a:xfrm rot="10800000">
            <a:off x="376906" y="4732654"/>
            <a:ext cx="0" cy="156900"/>
          </a:xfrm>
          <a:prstGeom prst="straightConnector1">
            <a:avLst/>
          </a:prstGeom>
          <a:noFill/>
          <a:ln cap="flat" cmpd="sng" w="9525">
            <a:solidFill>
              <a:srgbClr val="434343"/>
            </a:solidFill>
            <a:prstDash val="solid"/>
            <a:round/>
            <a:headEnd len="med" w="med" type="none"/>
            <a:tailEnd len="med" w="med" type="none"/>
          </a:ln>
        </p:spPr>
      </p:cxnSp>
      <p:sp>
        <p:nvSpPr>
          <p:cNvPr id="87" name="Google Shape;87;p19"/>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rgbClr val="000000"/>
                </a:solidFill>
                <a:latin typeface="Montserrat Light"/>
                <a:ea typeface="Montserrat Light"/>
                <a:cs typeface="Montserrat Light"/>
                <a:sym typeface="Montserrat Light"/>
              </a:rPr>
              <a:t>‹#›</a:t>
            </a:fld>
            <a:endParaRPr sz="700">
              <a:solidFill>
                <a:srgbClr val="000000"/>
              </a:solidFill>
              <a:latin typeface="Montserrat Light"/>
              <a:ea typeface="Montserrat Light"/>
              <a:cs typeface="Montserrat Light"/>
              <a:sym typeface="Montserrat Light"/>
            </a:endParaRPr>
          </a:p>
        </p:txBody>
      </p:sp>
      <p:sp>
        <p:nvSpPr>
          <p:cNvPr id="88" name="Google Shape;88;p19"/>
          <p:cNvSpPr/>
          <p:nvPr/>
        </p:nvSpPr>
        <p:spPr>
          <a:xfrm>
            <a:off x="533400" y="-3397425"/>
            <a:ext cx="783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9"/>
          <p:cNvSpPr txBox="1"/>
          <p:nvPr>
            <p:ph type="title"/>
          </p:nvPr>
        </p:nvSpPr>
        <p:spPr>
          <a:xfrm>
            <a:off x="523975" y="1121275"/>
            <a:ext cx="8236500" cy="688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
        <p:nvSpPr>
          <p:cNvPr id="90" name="Google Shape;90;p19"/>
          <p:cNvSpPr txBox="1"/>
          <p:nvPr>
            <p:ph idx="1" type="body"/>
          </p:nvPr>
        </p:nvSpPr>
        <p:spPr>
          <a:xfrm>
            <a:off x="523975" y="1809725"/>
            <a:ext cx="8236500" cy="26400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hoto">
  <p:cSld name="CUSTOM_4">
    <p:spTree>
      <p:nvGrpSpPr>
        <p:cNvPr id="91" name="Shape 91"/>
        <p:cNvGrpSpPr/>
        <p:nvPr/>
      </p:nvGrpSpPr>
      <p:grpSpPr>
        <a:xfrm>
          <a:off x="0" y="0"/>
          <a:ext cx="0" cy="0"/>
          <a:chOff x="0" y="0"/>
          <a:chExt cx="0" cy="0"/>
        </a:xfrm>
      </p:grpSpPr>
      <p:pic>
        <p:nvPicPr>
          <p:cNvPr id="92" name="Google Shape;92;p20"/>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93" name="Google Shape;93;p20"/>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94" name="Google Shape;94;p20"/>
          <p:cNvCxnSpPr/>
          <p:nvPr/>
        </p:nvCxnSpPr>
        <p:spPr>
          <a:xfrm rot="10800000">
            <a:off x="376906" y="4732654"/>
            <a:ext cx="0" cy="156900"/>
          </a:xfrm>
          <a:prstGeom prst="straightConnector1">
            <a:avLst/>
          </a:prstGeom>
          <a:noFill/>
          <a:ln cap="flat" cmpd="sng" w="9525">
            <a:solidFill>
              <a:srgbClr val="434343"/>
            </a:solidFill>
            <a:prstDash val="solid"/>
            <a:round/>
            <a:headEnd len="med" w="med" type="none"/>
            <a:tailEnd len="med" w="med" type="none"/>
          </a:ln>
        </p:spPr>
      </p:cxnSp>
      <p:sp>
        <p:nvSpPr>
          <p:cNvPr id="95" name="Google Shape;95;p20"/>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sp>
        <p:nvSpPr>
          <p:cNvPr id="96" name="Google Shape;96;p20"/>
          <p:cNvSpPr/>
          <p:nvPr>
            <p:ph idx="2" type="pic"/>
          </p:nvPr>
        </p:nvSpPr>
        <p:spPr>
          <a:xfrm>
            <a:off x="-23050" y="-23050"/>
            <a:ext cx="9205500" cy="965700"/>
          </a:xfrm>
          <a:prstGeom prst="rect">
            <a:avLst/>
          </a:prstGeom>
          <a:noFill/>
          <a:ln>
            <a:noFill/>
          </a:ln>
        </p:spPr>
      </p:sp>
      <p:sp>
        <p:nvSpPr>
          <p:cNvPr id="97" name="Google Shape;97;p20"/>
          <p:cNvSpPr txBox="1"/>
          <p:nvPr>
            <p:ph type="title"/>
          </p:nvPr>
        </p:nvSpPr>
        <p:spPr>
          <a:xfrm>
            <a:off x="523975" y="1121275"/>
            <a:ext cx="8147100" cy="688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
        <p:nvSpPr>
          <p:cNvPr id="98" name="Google Shape;98;p20"/>
          <p:cNvSpPr txBox="1"/>
          <p:nvPr>
            <p:ph idx="1" type="body"/>
          </p:nvPr>
        </p:nvSpPr>
        <p:spPr>
          <a:xfrm>
            <a:off x="523975" y="1809725"/>
            <a:ext cx="8147100" cy="28074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page 1">
  <p:cSld name="CUSTOM_5">
    <p:spTree>
      <p:nvGrpSpPr>
        <p:cNvPr id="99" name="Shape 99"/>
        <p:cNvGrpSpPr/>
        <p:nvPr/>
      </p:nvGrpSpPr>
      <p:grpSpPr>
        <a:xfrm>
          <a:off x="0" y="0"/>
          <a:ext cx="0" cy="0"/>
          <a:chOff x="0" y="0"/>
          <a:chExt cx="0" cy="0"/>
        </a:xfrm>
      </p:grpSpPr>
      <p:sp>
        <p:nvSpPr>
          <p:cNvPr id="100" name="Google Shape;100;p21"/>
          <p:cNvSpPr/>
          <p:nvPr/>
        </p:nvSpPr>
        <p:spPr>
          <a:xfrm>
            <a:off x="457200" y="-5993"/>
            <a:ext cx="914400" cy="109200"/>
          </a:xfrm>
          <a:prstGeom prst="rect">
            <a:avLst/>
          </a:prstGeom>
          <a:solidFill>
            <a:srgbClr val="0086FF"/>
          </a:solidFill>
          <a:ln cap="flat" cmpd="sng" w="9525">
            <a:solidFill>
              <a:srgbClr val="008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1"/>
          <p:cNvSpPr txBox="1"/>
          <p:nvPr>
            <p:ph type="title"/>
          </p:nvPr>
        </p:nvSpPr>
        <p:spPr>
          <a:xfrm>
            <a:off x="457200" y="345200"/>
            <a:ext cx="8213700" cy="661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
        <p:nvSpPr>
          <p:cNvPr id="102" name="Google Shape;102;p21"/>
          <p:cNvSpPr txBox="1"/>
          <p:nvPr>
            <p:ph idx="2" type="title"/>
          </p:nvPr>
        </p:nvSpPr>
        <p:spPr>
          <a:xfrm>
            <a:off x="457200" y="1006600"/>
            <a:ext cx="8213700" cy="3610500"/>
          </a:xfrm>
          <a:prstGeom prst="rect">
            <a:avLst/>
          </a:prstGeom>
        </p:spPr>
        <p:txBody>
          <a:bodyPr anchorCtr="0" anchor="t" bIns="91425" lIns="91425" spcFirstLastPara="1" rIns="91425" wrap="square" tIns="91425">
            <a:normAutofit/>
          </a:bodyPr>
          <a:lstStyle>
            <a:lvl1pPr lvl="0" rtl="0">
              <a:spcBef>
                <a:spcPts val="0"/>
              </a:spcBef>
              <a:spcAft>
                <a:spcPts val="0"/>
              </a:spcAft>
              <a:buSzPts val="1600"/>
              <a:buNone/>
              <a:defRPr sz="1600">
                <a:latin typeface="Montserrat"/>
                <a:ea typeface="Montserrat"/>
                <a:cs typeface="Montserrat"/>
                <a:sym typeface="Montserrat"/>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103" name="Google Shape;103;p21"/>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104" name="Google Shape;104;p21"/>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105" name="Google Shape;105;p21"/>
          <p:cNvCxnSpPr/>
          <p:nvPr/>
        </p:nvCxnSpPr>
        <p:spPr>
          <a:xfrm rot="10800000">
            <a:off x="376906" y="4732654"/>
            <a:ext cx="0" cy="156900"/>
          </a:xfrm>
          <a:prstGeom prst="straightConnector1">
            <a:avLst/>
          </a:prstGeom>
          <a:noFill/>
          <a:ln cap="flat" cmpd="sng" w="9525">
            <a:solidFill>
              <a:schemeClr val="dk2"/>
            </a:solidFill>
            <a:prstDash val="solid"/>
            <a:round/>
            <a:headEnd len="med" w="med" type="none"/>
            <a:tailEnd len="med" w="med" type="none"/>
          </a:ln>
        </p:spPr>
      </p:cxnSp>
      <p:sp>
        <p:nvSpPr>
          <p:cNvPr id="106" name="Google Shape;106;p21"/>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page 2">
  <p:cSld name="CUSTOM_5_1">
    <p:spTree>
      <p:nvGrpSpPr>
        <p:cNvPr id="107" name="Shape 107"/>
        <p:cNvGrpSpPr/>
        <p:nvPr/>
      </p:nvGrpSpPr>
      <p:grpSpPr>
        <a:xfrm>
          <a:off x="0" y="0"/>
          <a:ext cx="0" cy="0"/>
          <a:chOff x="0" y="0"/>
          <a:chExt cx="0" cy="0"/>
        </a:xfrm>
      </p:grpSpPr>
      <p:sp>
        <p:nvSpPr>
          <p:cNvPr id="108" name="Google Shape;108;p22"/>
          <p:cNvSpPr/>
          <p:nvPr/>
        </p:nvSpPr>
        <p:spPr>
          <a:xfrm>
            <a:off x="457200" y="-5993"/>
            <a:ext cx="914400" cy="1092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2"/>
          <p:cNvSpPr txBox="1"/>
          <p:nvPr>
            <p:ph type="title"/>
          </p:nvPr>
        </p:nvSpPr>
        <p:spPr>
          <a:xfrm>
            <a:off x="457200" y="345200"/>
            <a:ext cx="8213700" cy="661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
        <p:nvSpPr>
          <p:cNvPr id="110" name="Google Shape;110;p22"/>
          <p:cNvSpPr txBox="1"/>
          <p:nvPr>
            <p:ph idx="2" type="title"/>
          </p:nvPr>
        </p:nvSpPr>
        <p:spPr>
          <a:xfrm>
            <a:off x="457200" y="1006600"/>
            <a:ext cx="8213700" cy="3659400"/>
          </a:xfrm>
          <a:prstGeom prst="rect">
            <a:avLst/>
          </a:prstGeom>
        </p:spPr>
        <p:txBody>
          <a:bodyPr anchorCtr="0" anchor="t" bIns="91425" lIns="91425" spcFirstLastPara="1" rIns="91425" wrap="square" tIns="91425">
            <a:normAutofit/>
          </a:bodyPr>
          <a:lstStyle>
            <a:lvl1pPr lvl="0" rtl="0">
              <a:spcBef>
                <a:spcPts val="0"/>
              </a:spcBef>
              <a:spcAft>
                <a:spcPts val="0"/>
              </a:spcAft>
              <a:buSzPts val="1600"/>
              <a:buNone/>
              <a:defRPr sz="1600">
                <a:latin typeface="Montserrat"/>
                <a:ea typeface="Montserrat"/>
                <a:cs typeface="Montserrat"/>
                <a:sym typeface="Montserrat"/>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111" name="Google Shape;111;p22"/>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112" name="Google Shape;112;p22"/>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113" name="Google Shape;113;p22"/>
          <p:cNvCxnSpPr/>
          <p:nvPr/>
        </p:nvCxnSpPr>
        <p:spPr>
          <a:xfrm rot="10800000">
            <a:off x="376906" y="4732654"/>
            <a:ext cx="0" cy="156900"/>
          </a:xfrm>
          <a:prstGeom prst="straightConnector1">
            <a:avLst/>
          </a:prstGeom>
          <a:noFill/>
          <a:ln cap="flat" cmpd="sng" w="9525">
            <a:solidFill>
              <a:schemeClr val="dk2"/>
            </a:solidFill>
            <a:prstDash val="solid"/>
            <a:round/>
            <a:headEnd len="med" w="med" type="none"/>
            <a:tailEnd len="med" w="med" type="none"/>
          </a:ln>
        </p:spPr>
      </p:cxnSp>
      <p:sp>
        <p:nvSpPr>
          <p:cNvPr id="114" name="Google Shape;114;p22"/>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side text layout 1">
  <p:cSld name="CUSTOM_6">
    <p:spTree>
      <p:nvGrpSpPr>
        <p:cNvPr id="115" name="Shape 115"/>
        <p:cNvGrpSpPr/>
        <p:nvPr/>
      </p:nvGrpSpPr>
      <p:grpSpPr>
        <a:xfrm>
          <a:off x="0" y="0"/>
          <a:ext cx="0" cy="0"/>
          <a:chOff x="0" y="0"/>
          <a:chExt cx="0" cy="0"/>
        </a:xfrm>
      </p:grpSpPr>
      <p:sp>
        <p:nvSpPr>
          <p:cNvPr id="116" name="Google Shape;116;p23"/>
          <p:cNvSpPr/>
          <p:nvPr/>
        </p:nvSpPr>
        <p:spPr>
          <a:xfrm rot="-5400000">
            <a:off x="-893650" y="829525"/>
            <a:ext cx="5199600" cy="3463500"/>
          </a:xfrm>
          <a:prstGeom prst="rect">
            <a:avLst/>
          </a:prstGeom>
          <a:gradFill>
            <a:gsLst>
              <a:gs pos="0">
                <a:srgbClr val="0086FF"/>
              </a:gs>
              <a:gs pos="100000">
                <a:srgbClr val="27E0FB"/>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3"/>
          <p:cNvSpPr txBox="1"/>
          <p:nvPr>
            <p:ph idx="1" type="body"/>
          </p:nvPr>
        </p:nvSpPr>
        <p:spPr>
          <a:xfrm>
            <a:off x="3731900" y="1221775"/>
            <a:ext cx="4931400" cy="38133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18" name="Google Shape;118;p23"/>
          <p:cNvSpPr txBox="1"/>
          <p:nvPr>
            <p:ph type="title"/>
          </p:nvPr>
        </p:nvSpPr>
        <p:spPr>
          <a:xfrm>
            <a:off x="3731900" y="345775"/>
            <a:ext cx="4931400" cy="8760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119" name="Google Shape;119;p23"/>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120" name="Google Shape;120;p23"/>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121" name="Google Shape;121;p23"/>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122" name="Google Shape;122;p23"/>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sp>
        <p:nvSpPr>
          <p:cNvPr id="123" name="Google Shape;123;p23"/>
          <p:cNvSpPr/>
          <p:nvPr/>
        </p:nvSpPr>
        <p:spPr>
          <a:xfrm>
            <a:off x="-1318550" y="-852800"/>
            <a:ext cx="402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side text layout 2">
  <p:cSld name="CUSTOM_6_1">
    <p:spTree>
      <p:nvGrpSpPr>
        <p:cNvPr id="124" name="Shape 124"/>
        <p:cNvGrpSpPr/>
        <p:nvPr/>
      </p:nvGrpSpPr>
      <p:grpSpPr>
        <a:xfrm>
          <a:off x="0" y="0"/>
          <a:ext cx="0" cy="0"/>
          <a:chOff x="0" y="0"/>
          <a:chExt cx="0" cy="0"/>
        </a:xfrm>
      </p:grpSpPr>
      <p:sp>
        <p:nvSpPr>
          <p:cNvPr id="125" name="Google Shape;125;p24"/>
          <p:cNvSpPr/>
          <p:nvPr/>
        </p:nvSpPr>
        <p:spPr>
          <a:xfrm rot="-5400000">
            <a:off x="-893650" y="829525"/>
            <a:ext cx="5199600" cy="3463500"/>
          </a:xfrm>
          <a:prstGeom prst="rect">
            <a:avLst/>
          </a:prstGeom>
          <a:gradFill>
            <a:gsLst>
              <a:gs pos="0">
                <a:srgbClr val="D62293"/>
              </a:gs>
              <a:gs pos="100000">
                <a:srgbClr val="F88167"/>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4"/>
          <p:cNvSpPr txBox="1"/>
          <p:nvPr>
            <p:ph idx="1" type="body"/>
          </p:nvPr>
        </p:nvSpPr>
        <p:spPr>
          <a:xfrm>
            <a:off x="3731900" y="1386300"/>
            <a:ext cx="4456800" cy="34647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27" name="Google Shape;127;p24"/>
          <p:cNvSpPr txBox="1"/>
          <p:nvPr>
            <p:ph type="title"/>
          </p:nvPr>
        </p:nvSpPr>
        <p:spPr>
          <a:xfrm>
            <a:off x="3739575" y="345775"/>
            <a:ext cx="4931400" cy="8760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128" name="Google Shape;128;p24"/>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129" name="Google Shape;129;p24"/>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130" name="Google Shape;130;p24"/>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131" name="Google Shape;131;p24"/>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sp>
        <p:nvSpPr>
          <p:cNvPr id="132" name="Google Shape;132;p24"/>
          <p:cNvSpPr/>
          <p:nvPr/>
        </p:nvSpPr>
        <p:spPr>
          <a:xfrm>
            <a:off x="-1318550" y="-852800"/>
            <a:ext cx="402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side text layout 1">
  <p:cSld name="CUSTOM_7">
    <p:spTree>
      <p:nvGrpSpPr>
        <p:cNvPr id="133" name="Shape 133"/>
        <p:cNvGrpSpPr/>
        <p:nvPr/>
      </p:nvGrpSpPr>
      <p:grpSpPr>
        <a:xfrm>
          <a:off x="0" y="0"/>
          <a:ext cx="0" cy="0"/>
          <a:chOff x="0" y="0"/>
          <a:chExt cx="0" cy="0"/>
        </a:xfrm>
      </p:grpSpPr>
      <p:sp>
        <p:nvSpPr>
          <p:cNvPr id="134" name="Google Shape;134;p25"/>
          <p:cNvSpPr/>
          <p:nvPr/>
        </p:nvSpPr>
        <p:spPr>
          <a:xfrm flipH="1" rot="5400000">
            <a:off x="4809150" y="757075"/>
            <a:ext cx="5171400" cy="3636600"/>
          </a:xfrm>
          <a:prstGeom prst="rect">
            <a:avLst/>
          </a:prstGeom>
          <a:gradFill>
            <a:gsLst>
              <a:gs pos="0">
                <a:srgbClr val="0086FF"/>
              </a:gs>
              <a:gs pos="100000">
                <a:srgbClr val="27E0FB"/>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5"/>
          <p:cNvSpPr txBox="1"/>
          <p:nvPr>
            <p:ph idx="1" type="body"/>
          </p:nvPr>
        </p:nvSpPr>
        <p:spPr>
          <a:xfrm>
            <a:off x="404725" y="1221775"/>
            <a:ext cx="4826400" cy="34644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36" name="Google Shape;136;p25"/>
          <p:cNvSpPr txBox="1"/>
          <p:nvPr>
            <p:ph type="title"/>
          </p:nvPr>
        </p:nvSpPr>
        <p:spPr>
          <a:xfrm>
            <a:off x="412400" y="345775"/>
            <a:ext cx="4826400" cy="8760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137" name="Google Shape;137;p25"/>
          <p:cNvPicPr preferRelativeResize="0"/>
          <p:nvPr/>
        </p:nvPicPr>
        <p:blipFill>
          <a:blip r:embed="rId2">
            <a:alphaModFix/>
          </a:blip>
          <a:stretch>
            <a:fillRect/>
          </a:stretch>
        </p:blipFill>
        <p:spPr>
          <a:xfrm>
            <a:off x="8679325" y="4695275"/>
            <a:ext cx="245500" cy="240775"/>
          </a:xfrm>
          <a:prstGeom prst="rect">
            <a:avLst/>
          </a:prstGeom>
          <a:noFill/>
          <a:ln>
            <a:noFill/>
          </a:ln>
        </p:spPr>
      </p:pic>
      <p:sp>
        <p:nvSpPr>
          <p:cNvPr id="138" name="Google Shape;138;p25"/>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139" name="Google Shape;139;p25"/>
          <p:cNvCxnSpPr/>
          <p:nvPr/>
        </p:nvCxnSpPr>
        <p:spPr>
          <a:xfrm rot="10800000">
            <a:off x="376906" y="4732654"/>
            <a:ext cx="0" cy="156900"/>
          </a:xfrm>
          <a:prstGeom prst="straightConnector1">
            <a:avLst/>
          </a:prstGeom>
          <a:noFill/>
          <a:ln cap="flat" cmpd="sng" w="9525">
            <a:solidFill>
              <a:schemeClr val="dk1"/>
            </a:solidFill>
            <a:prstDash val="solid"/>
            <a:round/>
            <a:headEnd len="med" w="med" type="none"/>
            <a:tailEnd len="med" w="med" type="none"/>
          </a:ln>
        </p:spPr>
      </p:cxnSp>
      <p:sp>
        <p:nvSpPr>
          <p:cNvPr id="140" name="Google Shape;140;p25"/>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sp>
        <p:nvSpPr>
          <p:cNvPr id="141" name="Google Shape;141;p25"/>
          <p:cNvSpPr/>
          <p:nvPr/>
        </p:nvSpPr>
        <p:spPr>
          <a:xfrm>
            <a:off x="6592550" y="-852800"/>
            <a:ext cx="402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side text layout 2">
  <p:cSld name="CUSTOM_7_1">
    <p:spTree>
      <p:nvGrpSpPr>
        <p:cNvPr id="142" name="Shape 142"/>
        <p:cNvGrpSpPr/>
        <p:nvPr/>
      </p:nvGrpSpPr>
      <p:grpSpPr>
        <a:xfrm>
          <a:off x="0" y="0"/>
          <a:ext cx="0" cy="0"/>
          <a:chOff x="0" y="0"/>
          <a:chExt cx="0" cy="0"/>
        </a:xfrm>
      </p:grpSpPr>
      <p:sp>
        <p:nvSpPr>
          <p:cNvPr id="143" name="Google Shape;143;p26"/>
          <p:cNvSpPr/>
          <p:nvPr/>
        </p:nvSpPr>
        <p:spPr>
          <a:xfrm flipH="1" rot="5400000">
            <a:off x="4809150" y="757075"/>
            <a:ext cx="5171400" cy="3636600"/>
          </a:xfrm>
          <a:prstGeom prst="rect">
            <a:avLst/>
          </a:prstGeom>
          <a:gradFill>
            <a:gsLst>
              <a:gs pos="0">
                <a:srgbClr val="D62293"/>
              </a:gs>
              <a:gs pos="100000">
                <a:srgbClr val="F88167"/>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6"/>
          <p:cNvSpPr txBox="1"/>
          <p:nvPr>
            <p:ph idx="1" type="body"/>
          </p:nvPr>
        </p:nvSpPr>
        <p:spPr>
          <a:xfrm>
            <a:off x="404725" y="1221775"/>
            <a:ext cx="4809300" cy="32994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45" name="Google Shape;145;p26"/>
          <p:cNvSpPr txBox="1"/>
          <p:nvPr>
            <p:ph type="title"/>
          </p:nvPr>
        </p:nvSpPr>
        <p:spPr>
          <a:xfrm>
            <a:off x="404725" y="345775"/>
            <a:ext cx="4809300" cy="8760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146" name="Google Shape;146;p26"/>
          <p:cNvPicPr preferRelativeResize="0"/>
          <p:nvPr/>
        </p:nvPicPr>
        <p:blipFill>
          <a:blip r:embed="rId2">
            <a:alphaModFix/>
          </a:blip>
          <a:stretch>
            <a:fillRect/>
          </a:stretch>
        </p:blipFill>
        <p:spPr>
          <a:xfrm>
            <a:off x="8679325" y="4695275"/>
            <a:ext cx="245500" cy="240775"/>
          </a:xfrm>
          <a:prstGeom prst="rect">
            <a:avLst/>
          </a:prstGeom>
          <a:noFill/>
          <a:ln>
            <a:noFill/>
          </a:ln>
        </p:spPr>
      </p:pic>
      <p:sp>
        <p:nvSpPr>
          <p:cNvPr id="147" name="Google Shape;147;p26"/>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148" name="Google Shape;148;p26"/>
          <p:cNvCxnSpPr/>
          <p:nvPr/>
        </p:nvCxnSpPr>
        <p:spPr>
          <a:xfrm rot="10800000">
            <a:off x="376906" y="4732654"/>
            <a:ext cx="0" cy="156900"/>
          </a:xfrm>
          <a:prstGeom prst="straightConnector1">
            <a:avLst/>
          </a:prstGeom>
          <a:noFill/>
          <a:ln cap="flat" cmpd="sng" w="9525">
            <a:solidFill>
              <a:schemeClr val="dk1"/>
            </a:solidFill>
            <a:prstDash val="solid"/>
            <a:round/>
            <a:headEnd len="med" w="med" type="none"/>
            <a:tailEnd len="med" w="med" type="none"/>
          </a:ln>
        </p:spPr>
      </p:cxnSp>
      <p:sp>
        <p:nvSpPr>
          <p:cNvPr id="149" name="Google Shape;149;p26"/>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sp>
        <p:nvSpPr>
          <p:cNvPr id="150" name="Google Shape;150;p26"/>
          <p:cNvSpPr/>
          <p:nvPr/>
        </p:nvSpPr>
        <p:spPr>
          <a:xfrm>
            <a:off x="6592550" y="-852800"/>
            <a:ext cx="402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side text layout (image)">
  <p:cSld name="CUSTOM_8">
    <p:spTree>
      <p:nvGrpSpPr>
        <p:cNvPr id="151" name="Shape 151"/>
        <p:cNvGrpSpPr/>
        <p:nvPr/>
      </p:nvGrpSpPr>
      <p:grpSpPr>
        <a:xfrm>
          <a:off x="0" y="0"/>
          <a:ext cx="0" cy="0"/>
          <a:chOff x="0" y="0"/>
          <a:chExt cx="0" cy="0"/>
        </a:xfrm>
      </p:grpSpPr>
      <p:sp>
        <p:nvSpPr>
          <p:cNvPr id="152" name="Google Shape;152;p27"/>
          <p:cNvSpPr/>
          <p:nvPr>
            <p:ph idx="2" type="pic"/>
          </p:nvPr>
        </p:nvSpPr>
        <p:spPr>
          <a:xfrm>
            <a:off x="-40975" y="-61475"/>
            <a:ext cx="3488700" cy="5256000"/>
          </a:xfrm>
          <a:prstGeom prst="rect">
            <a:avLst/>
          </a:prstGeom>
          <a:noFill/>
          <a:ln>
            <a:noFill/>
          </a:ln>
        </p:spPr>
      </p:sp>
      <p:sp>
        <p:nvSpPr>
          <p:cNvPr id="153" name="Google Shape;153;p27"/>
          <p:cNvSpPr txBox="1"/>
          <p:nvPr>
            <p:ph idx="1" type="body"/>
          </p:nvPr>
        </p:nvSpPr>
        <p:spPr>
          <a:xfrm>
            <a:off x="3731900" y="1462500"/>
            <a:ext cx="4456800" cy="41955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54" name="Google Shape;154;p27"/>
          <p:cNvSpPr txBox="1"/>
          <p:nvPr>
            <p:ph type="title"/>
          </p:nvPr>
        </p:nvSpPr>
        <p:spPr>
          <a:xfrm>
            <a:off x="3739575" y="345775"/>
            <a:ext cx="4287600" cy="8760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155" name="Google Shape;155;p27"/>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156" name="Google Shape;156;p27"/>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157" name="Google Shape;157;p27"/>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158" name="Google Shape;158;p27"/>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sp>
        <p:nvSpPr>
          <p:cNvPr id="159" name="Google Shape;159;p27"/>
          <p:cNvSpPr/>
          <p:nvPr/>
        </p:nvSpPr>
        <p:spPr>
          <a:xfrm>
            <a:off x="-1318550" y="-852800"/>
            <a:ext cx="402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side text layout (image)">
  <p:cSld name="CUSTOM_9">
    <p:spTree>
      <p:nvGrpSpPr>
        <p:cNvPr id="160" name="Shape 160"/>
        <p:cNvGrpSpPr/>
        <p:nvPr/>
      </p:nvGrpSpPr>
      <p:grpSpPr>
        <a:xfrm>
          <a:off x="0" y="0"/>
          <a:ext cx="0" cy="0"/>
          <a:chOff x="0" y="0"/>
          <a:chExt cx="0" cy="0"/>
        </a:xfrm>
      </p:grpSpPr>
      <p:sp>
        <p:nvSpPr>
          <p:cNvPr id="161" name="Google Shape;161;p28"/>
          <p:cNvSpPr/>
          <p:nvPr>
            <p:ph idx="2" type="pic"/>
          </p:nvPr>
        </p:nvSpPr>
        <p:spPr>
          <a:xfrm>
            <a:off x="5568375" y="-30725"/>
            <a:ext cx="3680700" cy="5209800"/>
          </a:xfrm>
          <a:prstGeom prst="rect">
            <a:avLst/>
          </a:prstGeom>
          <a:noFill/>
          <a:ln>
            <a:noFill/>
          </a:ln>
        </p:spPr>
      </p:sp>
      <p:sp>
        <p:nvSpPr>
          <p:cNvPr id="162" name="Google Shape;162;p28"/>
          <p:cNvSpPr txBox="1"/>
          <p:nvPr>
            <p:ph idx="1" type="body"/>
          </p:nvPr>
        </p:nvSpPr>
        <p:spPr>
          <a:xfrm>
            <a:off x="404725" y="1462500"/>
            <a:ext cx="4456800" cy="41955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63" name="Google Shape;163;p28"/>
          <p:cNvSpPr txBox="1"/>
          <p:nvPr>
            <p:ph type="title"/>
          </p:nvPr>
        </p:nvSpPr>
        <p:spPr>
          <a:xfrm>
            <a:off x="412400" y="345775"/>
            <a:ext cx="4287600" cy="8760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164" name="Google Shape;164;p28"/>
          <p:cNvPicPr preferRelativeResize="0"/>
          <p:nvPr/>
        </p:nvPicPr>
        <p:blipFill>
          <a:blip r:embed="rId2">
            <a:alphaModFix/>
          </a:blip>
          <a:stretch>
            <a:fillRect/>
          </a:stretch>
        </p:blipFill>
        <p:spPr>
          <a:xfrm>
            <a:off x="8679325" y="4695275"/>
            <a:ext cx="245500" cy="240775"/>
          </a:xfrm>
          <a:prstGeom prst="rect">
            <a:avLst/>
          </a:prstGeom>
          <a:noFill/>
          <a:ln>
            <a:noFill/>
          </a:ln>
        </p:spPr>
      </p:pic>
      <p:sp>
        <p:nvSpPr>
          <p:cNvPr id="165" name="Google Shape;165;p28"/>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166" name="Google Shape;166;p28"/>
          <p:cNvCxnSpPr/>
          <p:nvPr/>
        </p:nvCxnSpPr>
        <p:spPr>
          <a:xfrm rot="10800000">
            <a:off x="376906" y="4732654"/>
            <a:ext cx="0" cy="156900"/>
          </a:xfrm>
          <a:prstGeom prst="straightConnector1">
            <a:avLst/>
          </a:prstGeom>
          <a:noFill/>
          <a:ln cap="flat" cmpd="sng" w="9525">
            <a:solidFill>
              <a:schemeClr val="dk1"/>
            </a:solidFill>
            <a:prstDash val="solid"/>
            <a:round/>
            <a:headEnd len="med" w="med" type="none"/>
            <a:tailEnd len="med" w="med" type="none"/>
          </a:ln>
        </p:spPr>
      </p:cxnSp>
      <p:sp>
        <p:nvSpPr>
          <p:cNvPr id="167" name="Google Shape;167;p28"/>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sp>
        <p:nvSpPr>
          <p:cNvPr id="168" name="Google Shape;168;p28"/>
          <p:cNvSpPr/>
          <p:nvPr/>
        </p:nvSpPr>
        <p:spPr>
          <a:xfrm>
            <a:off x="6592550" y="-852800"/>
            <a:ext cx="402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 page 1">
  <p:cSld name="CUSTOM_10">
    <p:spTree>
      <p:nvGrpSpPr>
        <p:cNvPr id="169" name="Shape 169"/>
        <p:cNvGrpSpPr/>
        <p:nvPr/>
      </p:nvGrpSpPr>
      <p:grpSpPr>
        <a:xfrm>
          <a:off x="0" y="0"/>
          <a:ext cx="0" cy="0"/>
          <a:chOff x="0" y="0"/>
          <a:chExt cx="0" cy="0"/>
        </a:xfrm>
      </p:grpSpPr>
      <p:sp>
        <p:nvSpPr>
          <p:cNvPr id="170" name="Google Shape;170;p29"/>
          <p:cNvSpPr txBox="1"/>
          <p:nvPr>
            <p:ph type="title"/>
          </p:nvPr>
        </p:nvSpPr>
        <p:spPr>
          <a:xfrm>
            <a:off x="1882500" y="914425"/>
            <a:ext cx="5379000" cy="7557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6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71" name="Google Shape;171;p29"/>
          <p:cNvSpPr txBox="1"/>
          <p:nvPr>
            <p:ph idx="1" type="body"/>
          </p:nvPr>
        </p:nvSpPr>
        <p:spPr>
          <a:xfrm>
            <a:off x="841900" y="3272200"/>
            <a:ext cx="1824600" cy="1473900"/>
          </a:xfrm>
          <a:prstGeom prst="rect">
            <a:avLst/>
          </a:prstGeom>
        </p:spPr>
        <p:txBody>
          <a:bodyPr anchorCtr="0" anchor="t" bIns="91425" lIns="91425" spcFirstLastPara="1" rIns="91425" wrap="square" tIns="91425">
            <a:normAutofit/>
          </a:bodyPr>
          <a:lstStyle>
            <a:lvl1pPr indent="-330200" lvl="0" marL="457200" rtl="0">
              <a:lnSpc>
                <a:spcPct val="130000"/>
              </a:lnSpc>
              <a:spcBef>
                <a:spcPts val="0"/>
              </a:spcBef>
              <a:spcAft>
                <a:spcPts val="0"/>
              </a:spcAft>
              <a:buSzPts val="1600"/>
              <a:buChar char="●"/>
              <a:defRPr/>
            </a:lvl1pPr>
            <a:lvl2pPr indent="-330200" lvl="1" marL="914400" rtl="0">
              <a:lnSpc>
                <a:spcPct val="130000"/>
              </a:lnSpc>
              <a:spcBef>
                <a:spcPts val="0"/>
              </a:spcBef>
              <a:spcAft>
                <a:spcPts val="0"/>
              </a:spcAft>
              <a:buSzPts val="1600"/>
              <a:buChar char="○"/>
              <a:defRPr/>
            </a:lvl2pPr>
            <a:lvl3pPr indent="-330200" lvl="2" marL="1371600" rtl="0">
              <a:lnSpc>
                <a:spcPct val="130000"/>
              </a:lnSpc>
              <a:spcBef>
                <a:spcPts val="0"/>
              </a:spcBef>
              <a:spcAft>
                <a:spcPts val="0"/>
              </a:spcAft>
              <a:buSzPts val="1600"/>
              <a:buChar char="■"/>
              <a:defRPr/>
            </a:lvl3pPr>
            <a:lvl4pPr indent="-330200" lvl="3" marL="1828800" rtl="0">
              <a:lnSpc>
                <a:spcPct val="130000"/>
              </a:lnSpc>
              <a:spcBef>
                <a:spcPts val="0"/>
              </a:spcBef>
              <a:spcAft>
                <a:spcPts val="0"/>
              </a:spcAft>
              <a:buSzPts val="1600"/>
              <a:buChar char="●"/>
              <a:defRPr/>
            </a:lvl4pPr>
            <a:lvl5pPr indent="-330200" lvl="4" marL="2286000" rtl="0">
              <a:lnSpc>
                <a:spcPct val="130000"/>
              </a:lnSpc>
              <a:spcBef>
                <a:spcPts val="0"/>
              </a:spcBef>
              <a:spcAft>
                <a:spcPts val="0"/>
              </a:spcAft>
              <a:buSzPts val="1600"/>
              <a:buChar char="○"/>
              <a:defRPr/>
            </a:lvl5pPr>
            <a:lvl6pPr indent="-330200" lvl="5" marL="2743200" rtl="0">
              <a:lnSpc>
                <a:spcPct val="130000"/>
              </a:lnSpc>
              <a:spcBef>
                <a:spcPts val="0"/>
              </a:spcBef>
              <a:spcAft>
                <a:spcPts val="0"/>
              </a:spcAft>
              <a:buSzPts val="1600"/>
              <a:buChar char="■"/>
              <a:defRPr/>
            </a:lvl6pPr>
            <a:lvl7pPr indent="-330200" lvl="6" marL="3200400" rtl="0">
              <a:lnSpc>
                <a:spcPct val="130000"/>
              </a:lnSpc>
              <a:spcBef>
                <a:spcPts val="0"/>
              </a:spcBef>
              <a:spcAft>
                <a:spcPts val="0"/>
              </a:spcAft>
              <a:buSzPts val="1600"/>
              <a:buChar char="●"/>
              <a:defRPr/>
            </a:lvl7pPr>
            <a:lvl8pPr indent="-330200" lvl="7" marL="3657600" rtl="0">
              <a:lnSpc>
                <a:spcPct val="130000"/>
              </a:lnSpc>
              <a:spcBef>
                <a:spcPts val="0"/>
              </a:spcBef>
              <a:spcAft>
                <a:spcPts val="0"/>
              </a:spcAft>
              <a:buSzPts val="1600"/>
              <a:buChar char="○"/>
              <a:defRPr/>
            </a:lvl8pPr>
            <a:lvl9pPr indent="-330200" lvl="8" marL="4114800" rtl="0">
              <a:lnSpc>
                <a:spcPct val="130000"/>
              </a:lnSpc>
              <a:spcBef>
                <a:spcPts val="0"/>
              </a:spcBef>
              <a:spcAft>
                <a:spcPts val="0"/>
              </a:spcAft>
              <a:buSzPts val="1600"/>
              <a:buChar char="■"/>
              <a:defRPr/>
            </a:lvl9pPr>
          </a:lstStyle>
          <a:p/>
        </p:txBody>
      </p:sp>
      <p:sp>
        <p:nvSpPr>
          <p:cNvPr id="172" name="Google Shape;172;p29"/>
          <p:cNvSpPr/>
          <p:nvPr/>
        </p:nvSpPr>
        <p:spPr>
          <a:xfrm>
            <a:off x="6733477" y="1973100"/>
            <a:ext cx="1197300" cy="119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9"/>
          <p:cNvSpPr/>
          <p:nvPr/>
        </p:nvSpPr>
        <p:spPr>
          <a:xfrm>
            <a:off x="3973350" y="1948065"/>
            <a:ext cx="1197300" cy="119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9"/>
          <p:cNvSpPr/>
          <p:nvPr/>
        </p:nvSpPr>
        <p:spPr>
          <a:xfrm>
            <a:off x="1131500" y="1948078"/>
            <a:ext cx="1197300" cy="119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5" name="Google Shape;175;p29"/>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pic>
        <p:nvPicPr>
          <p:cNvPr id="176" name="Google Shape;176;p29"/>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177" name="Google Shape;177;p29"/>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178" name="Google Shape;178;p29"/>
          <p:cNvCxnSpPr/>
          <p:nvPr/>
        </p:nvCxnSpPr>
        <p:spPr>
          <a:xfrm rot="10800000">
            <a:off x="376906" y="4732654"/>
            <a:ext cx="0" cy="156900"/>
          </a:xfrm>
          <a:prstGeom prst="straightConnector1">
            <a:avLst/>
          </a:prstGeom>
          <a:noFill/>
          <a:ln cap="flat" cmpd="sng" w="9525">
            <a:solidFill>
              <a:schemeClr val="dk1"/>
            </a:solidFill>
            <a:prstDash val="solid"/>
            <a:round/>
            <a:headEnd len="med" w="med" type="none"/>
            <a:tailEnd len="med" w="med" type="none"/>
          </a:ln>
        </p:spPr>
      </p:cxnSp>
      <p:sp>
        <p:nvSpPr>
          <p:cNvPr id="179" name="Google Shape;179;p29"/>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sp>
        <p:nvSpPr>
          <p:cNvPr id="180" name="Google Shape;180;p29"/>
          <p:cNvSpPr/>
          <p:nvPr>
            <p:ph idx="2" type="pic"/>
          </p:nvPr>
        </p:nvSpPr>
        <p:spPr>
          <a:xfrm>
            <a:off x="1352300" y="2168875"/>
            <a:ext cx="755700" cy="755700"/>
          </a:xfrm>
          <a:prstGeom prst="rect">
            <a:avLst/>
          </a:prstGeom>
          <a:noFill/>
          <a:ln>
            <a:noFill/>
          </a:ln>
        </p:spPr>
      </p:sp>
      <p:sp>
        <p:nvSpPr>
          <p:cNvPr id="181" name="Google Shape;181;p29"/>
          <p:cNvSpPr/>
          <p:nvPr>
            <p:ph idx="3" type="pic"/>
          </p:nvPr>
        </p:nvSpPr>
        <p:spPr>
          <a:xfrm>
            <a:off x="4194150" y="2168875"/>
            <a:ext cx="755700" cy="755700"/>
          </a:xfrm>
          <a:prstGeom prst="rect">
            <a:avLst/>
          </a:prstGeom>
          <a:noFill/>
          <a:ln>
            <a:noFill/>
          </a:ln>
        </p:spPr>
      </p:sp>
      <p:sp>
        <p:nvSpPr>
          <p:cNvPr id="182" name="Google Shape;182;p29"/>
          <p:cNvSpPr/>
          <p:nvPr>
            <p:ph idx="4" type="pic"/>
          </p:nvPr>
        </p:nvSpPr>
        <p:spPr>
          <a:xfrm>
            <a:off x="6954275" y="2193900"/>
            <a:ext cx="755700" cy="755700"/>
          </a:xfrm>
          <a:prstGeom prst="rect">
            <a:avLst/>
          </a:prstGeom>
          <a:noFill/>
          <a:ln>
            <a:noFill/>
          </a:ln>
        </p:spPr>
      </p:sp>
      <p:sp>
        <p:nvSpPr>
          <p:cNvPr id="183" name="Google Shape;183;p29"/>
          <p:cNvSpPr txBox="1"/>
          <p:nvPr>
            <p:ph idx="5" type="body"/>
          </p:nvPr>
        </p:nvSpPr>
        <p:spPr>
          <a:xfrm>
            <a:off x="3684688" y="3272200"/>
            <a:ext cx="1824600" cy="1473900"/>
          </a:xfrm>
          <a:prstGeom prst="rect">
            <a:avLst/>
          </a:prstGeom>
        </p:spPr>
        <p:txBody>
          <a:bodyPr anchorCtr="0" anchor="t" bIns="91425" lIns="91425" spcFirstLastPara="1" rIns="91425" wrap="square" tIns="91425">
            <a:normAutofit/>
          </a:bodyPr>
          <a:lstStyle>
            <a:lvl1pPr indent="-330200" lvl="0" marL="457200" rtl="0">
              <a:lnSpc>
                <a:spcPct val="130000"/>
              </a:lnSpc>
              <a:spcBef>
                <a:spcPts val="0"/>
              </a:spcBef>
              <a:spcAft>
                <a:spcPts val="0"/>
              </a:spcAft>
              <a:buSzPts val="1600"/>
              <a:buChar char="●"/>
              <a:defRPr/>
            </a:lvl1pPr>
            <a:lvl2pPr indent="-330200" lvl="1" marL="914400" rtl="0">
              <a:lnSpc>
                <a:spcPct val="130000"/>
              </a:lnSpc>
              <a:spcBef>
                <a:spcPts val="0"/>
              </a:spcBef>
              <a:spcAft>
                <a:spcPts val="0"/>
              </a:spcAft>
              <a:buSzPts val="1600"/>
              <a:buChar char="○"/>
              <a:defRPr/>
            </a:lvl2pPr>
            <a:lvl3pPr indent="-330200" lvl="2" marL="1371600" rtl="0">
              <a:lnSpc>
                <a:spcPct val="130000"/>
              </a:lnSpc>
              <a:spcBef>
                <a:spcPts val="0"/>
              </a:spcBef>
              <a:spcAft>
                <a:spcPts val="0"/>
              </a:spcAft>
              <a:buSzPts val="1600"/>
              <a:buChar char="■"/>
              <a:defRPr/>
            </a:lvl3pPr>
            <a:lvl4pPr indent="-330200" lvl="3" marL="1828800" rtl="0">
              <a:lnSpc>
                <a:spcPct val="130000"/>
              </a:lnSpc>
              <a:spcBef>
                <a:spcPts val="0"/>
              </a:spcBef>
              <a:spcAft>
                <a:spcPts val="0"/>
              </a:spcAft>
              <a:buSzPts val="1600"/>
              <a:buChar char="●"/>
              <a:defRPr/>
            </a:lvl4pPr>
            <a:lvl5pPr indent="-330200" lvl="4" marL="2286000" rtl="0">
              <a:lnSpc>
                <a:spcPct val="130000"/>
              </a:lnSpc>
              <a:spcBef>
                <a:spcPts val="0"/>
              </a:spcBef>
              <a:spcAft>
                <a:spcPts val="0"/>
              </a:spcAft>
              <a:buSzPts val="1600"/>
              <a:buChar char="○"/>
              <a:defRPr/>
            </a:lvl5pPr>
            <a:lvl6pPr indent="-330200" lvl="5" marL="2743200" rtl="0">
              <a:lnSpc>
                <a:spcPct val="130000"/>
              </a:lnSpc>
              <a:spcBef>
                <a:spcPts val="0"/>
              </a:spcBef>
              <a:spcAft>
                <a:spcPts val="0"/>
              </a:spcAft>
              <a:buSzPts val="1600"/>
              <a:buChar char="■"/>
              <a:defRPr/>
            </a:lvl6pPr>
            <a:lvl7pPr indent="-330200" lvl="6" marL="3200400" rtl="0">
              <a:lnSpc>
                <a:spcPct val="130000"/>
              </a:lnSpc>
              <a:spcBef>
                <a:spcPts val="0"/>
              </a:spcBef>
              <a:spcAft>
                <a:spcPts val="0"/>
              </a:spcAft>
              <a:buSzPts val="1600"/>
              <a:buChar char="●"/>
              <a:defRPr/>
            </a:lvl7pPr>
            <a:lvl8pPr indent="-330200" lvl="7" marL="3657600" rtl="0">
              <a:lnSpc>
                <a:spcPct val="130000"/>
              </a:lnSpc>
              <a:spcBef>
                <a:spcPts val="0"/>
              </a:spcBef>
              <a:spcAft>
                <a:spcPts val="0"/>
              </a:spcAft>
              <a:buSzPts val="1600"/>
              <a:buChar char="○"/>
              <a:defRPr/>
            </a:lvl8pPr>
            <a:lvl9pPr indent="-330200" lvl="8" marL="4114800" rtl="0">
              <a:lnSpc>
                <a:spcPct val="130000"/>
              </a:lnSpc>
              <a:spcBef>
                <a:spcPts val="0"/>
              </a:spcBef>
              <a:spcAft>
                <a:spcPts val="0"/>
              </a:spcAft>
              <a:buSzPts val="1600"/>
              <a:buChar char="■"/>
              <a:defRPr/>
            </a:lvl9pPr>
          </a:lstStyle>
          <a:p/>
        </p:txBody>
      </p:sp>
      <p:sp>
        <p:nvSpPr>
          <p:cNvPr id="184" name="Google Shape;184;p29"/>
          <p:cNvSpPr txBox="1"/>
          <p:nvPr>
            <p:ph idx="6" type="body"/>
          </p:nvPr>
        </p:nvSpPr>
        <p:spPr>
          <a:xfrm>
            <a:off x="6419813" y="3272200"/>
            <a:ext cx="1824600" cy="1473900"/>
          </a:xfrm>
          <a:prstGeom prst="rect">
            <a:avLst/>
          </a:prstGeom>
        </p:spPr>
        <p:txBody>
          <a:bodyPr anchorCtr="0" anchor="t" bIns="91425" lIns="91425" spcFirstLastPara="1" rIns="91425" wrap="square" tIns="91425">
            <a:normAutofit/>
          </a:bodyPr>
          <a:lstStyle>
            <a:lvl1pPr indent="-330200" lvl="0" marL="457200" rtl="0">
              <a:lnSpc>
                <a:spcPct val="130000"/>
              </a:lnSpc>
              <a:spcBef>
                <a:spcPts val="0"/>
              </a:spcBef>
              <a:spcAft>
                <a:spcPts val="0"/>
              </a:spcAft>
              <a:buSzPts val="1600"/>
              <a:buChar char="●"/>
              <a:defRPr/>
            </a:lvl1pPr>
            <a:lvl2pPr indent="-330200" lvl="1" marL="914400" rtl="0">
              <a:lnSpc>
                <a:spcPct val="130000"/>
              </a:lnSpc>
              <a:spcBef>
                <a:spcPts val="0"/>
              </a:spcBef>
              <a:spcAft>
                <a:spcPts val="0"/>
              </a:spcAft>
              <a:buSzPts val="1600"/>
              <a:buChar char="○"/>
              <a:defRPr/>
            </a:lvl2pPr>
            <a:lvl3pPr indent="-330200" lvl="2" marL="1371600" rtl="0">
              <a:lnSpc>
                <a:spcPct val="130000"/>
              </a:lnSpc>
              <a:spcBef>
                <a:spcPts val="0"/>
              </a:spcBef>
              <a:spcAft>
                <a:spcPts val="0"/>
              </a:spcAft>
              <a:buSzPts val="1600"/>
              <a:buChar char="■"/>
              <a:defRPr/>
            </a:lvl3pPr>
            <a:lvl4pPr indent="-330200" lvl="3" marL="1828800" rtl="0">
              <a:lnSpc>
                <a:spcPct val="130000"/>
              </a:lnSpc>
              <a:spcBef>
                <a:spcPts val="0"/>
              </a:spcBef>
              <a:spcAft>
                <a:spcPts val="0"/>
              </a:spcAft>
              <a:buSzPts val="1600"/>
              <a:buChar char="●"/>
              <a:defRPr/>
            </a:lvl4pPr>
            <a:lvl5pPr indent="-330200" lvl="4" marL="2286000" rtl="0">
              <a:lnSpc>
                <a:spcPct val="130000"/>
              </a:lnSpc>
              <a:spcBef>
                <a:spcPts val="0"/>
              </a:spcBef>
              <a:spcAft>
                <a:spcPts val="0"/>
              </a:spcAft>
              <a:buSzPts val="1600"/>
              <a:buChar char="○"/>
              <a:defRPr/>
            </a:lvl5pPr>
            <a:lvl6pPr indent="-330200" lvl="5" marL="2743200" rtl="0">
              <a:lnSpc>
                <a:spcPct val="130000"/>
              </a:lnSpc>
              <a:spcBef>
                <a:spcPts val="0"/>
              </a:spcBef>
              <a:spcAft>
                <a:spcPts val="0"/>
              </a:spcAft>
              <a:buSzPts val="1600"/>
              <a:buChar char="■"/>
              <a:defRPr/>
            </a:lvl6pPr>
            <a:lvl7pPr indent="-330200" lvl="6" marL="3200400" rtl="0">
              <a:lnSpc>
                <a:spcPct val="130000"/>
              </a:lnSpc>
              <a:spcBef>
                <a:spcPts val="0"/>
              </a:spcBef>
              <a:spcAft>
                <a:spcPts val="0"/>
              </a:spcAft>
              <a:buSzPts val="1600"/>
              <a:buChar char="●"/>
              <a:defRPr/>
            </a:lvl7pPr>
            <a:lvl8pPr indent="-330200" lvl="7" marL="3657600" rtl="0">
              <a:lnSpc>
                <a:spcPct val="130000"/>
              </a:lnSpc>
              <a:spcBef>
                <a:spcPts val="0"/>
              </a:spcBef>
              <a:spcAft>
                <a:spcPts val="0"/>
              </a:spcAft>
              <a:buSzPts val="1600"/>
              <a:buChar char="○"/>
              <a:defRPr/>
            </a:lvl8pPr>
            <a:lvl9pPr indent="-330200" lvl="8" marL="4114800" rtl="0">
              <a:lnSpc>
                <a:spcPct val="130000"/>
              </a:lnSpc>
              <a:spcBef>
                <a:spcPts val="0"/>
              </a:spcBef>
              <a:spcAft>
                <a:spcPts val="0"/>
              </a:spcAft>
              <a:buSzPts val="16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 page 2">
  <p:cSld name="CUSTOM_11">
    <p:spTree>
      <p:nvGrpSpPr>
        <p:cNvPr id="185" name="Shape 185"/>
        <p:cNvGrpSpPr/>
        <p:nvPr/>
      </p:nvGrpSpPr>
      <p:grpSpPr>
        <a:xfrm>
          <a:off x="0" y="0"/>
          <a:ext cx="0" cy="0"/>
          <a:chOff x="0" y="0"/>
          <a:chExt cx="0" cy="0"/>
        </a:xfrm>
      </p:grpSpPr>
      <p:sp>
        <p:nvSpPr>
          <p:cNvPr id="186" name="Google Shape;186;p30"/>
          <p:cNvSpPr txBox="1"/>
          <p:nvPr>
            <p:ph type="title"/>
          </p:nvPr>
        </p:nvSpPr>
        <p:spPr>
          <a:xfrm>
            <a:off x="1882500" y="914425"/>
            <a:ext cx="5379000" cy="7557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6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87" name="Google Shape;187;p30"/>
          <p:cNvSpPr txBox="1"/>
          <p:nvPr>
            <p:ph idx="1" type="body"/>
          </p:nvPr>
        </p:nvSpPr>
        <p:spPr>
          <a:xfrm>
            <a:off x="841900" y="3272200"/>
            <a:ext cx="1824600" cy="1473900"/>
          </a:xfrm>
          <a:prstGeom prst="rect">
            <a:avLst/>
          </a:prstGeom>
        </p:spPr>
        <p:txBody>
          <a:bodyPr anchorCtr="0" anchor="t" bIns="91425" lIns="91425" spcFirstLastPara="1" rIns="91425" wrap="square" tIns="91425">
            <a:normAutofit/>
          </a:bodyPr>
          <a:lstStyle>
            <a:lvl1pPr indent="-330200" lvl="0" marL="457200" rtl="0">
              <a:lnSpc>
                <a:spcPct val="130000"/>
              </a:lnSpc>
              <a:spcBef>
                <a:spcPts val="0"/>
              </a:spcBef>
              <a:spcAft>
                <a:spcPts val="0"/>
              </a:spcAft>
              <a:buSzPts val="1600"/>
              <a:buChar char="●"/>
              <a:defRPr/>
            </a:lvl1pPr>
            <a:lvl2pPr indent="-330200" lvl="1" marL="914400" rtl="0">
              <a:lnSpc>
                <a:spcPct val="130000"/>
              </a:lnSpc>
              <a:spcBef>
                <a:spcPts val="0"/>
              </a:spcBef>
              <a:spcAft>
                <a:spcPts val="0"/>
              </a:spcAft>
              <a:buSzPts val="1600"/>
              <a:buChar char="○"/>
              <a:defRPr/>
            </a:lvl2pPr>
            <a:lvl3pPr indent="-330200" lvl="2" marL="1371600" rtl="0">
              <a:lnSpc>
                <a:spcPct val="130000"/>
              </a:lnSpc>
              <a:spcBef>
                <a:spcPts val="0"/>
              </a:spcBef>
              <a:spcAft>
                <a:spcPts val="0"/>
              </a:spcAft>
              <a:buSzPts val="1600"/>
              <a:buChar char="■"/>
              <a:defRPr/>
            </a:lvl3pPr>
            <a:lvl4pPr indent="-330200" lvl="3" marL="1828800" rtl="0">
              <a:lnSpc>
                <a:spcPct val="130000"/>
              </a:lnSpc>
              <a:spcBef>
                <a:spcPts val="0"/>
              </a:spcBef>
              <a:spcAft>
                <a:spcPts val="0"/>
              </a:spcAft>
              <a:buSzPts val="1600"/>
              <a:buChar char="●"/>
              <a:defRPr/>
            </a:lvl4pPr>
            <a:lvl5pPr indent="-330200" lvl="4" marL="2286000" rtl="0">
              <a:lnSpc>
                <a:spcPct val="130000"/>
              </a:lnSpc>
              <a:spcBef>
                <a:spcPts val="0"/>
              </a:spcBef>
              <a:spcAft>
                <a:spcPts val="0"/>
              </a:spcAft>
              <a:buSzPts val="1600"/>
              <a:buChar char="○"/>
              <a:defRPr/>
            </a:lvl5pPr>
            <a:lvl6pPr indent="-330200" lvl="5" marL="2743200" rtl="0">
              <a:lnSpc>
                <a:spcPct val="130000"/>
              </a:lnSpc>
              <a:spcBef>
                <a:spcPts val="0"/>
              </a:spcBef>
              <a:spcAft>
                <a:spcPts val="0"/>
              </a:spcAft>
              <a:buSzPts val="1600"/>
              <a:buChar char="■"/>
              <a:defRPr/>
            </a:lvl6pPr>
            <a:lvl7pPr indent="-330200" lvl="6" marL="3200400" rtl="0">
              <a:lnSpc>
                <a:spcPct val="130000"/>
              </a:lnSpc>
              <a:spcBef>
                <a:spcPts val="0"/>
              </a:spcBef>
              <a:spcAft>
                <a:spcPts val="0"/>
              </a:spcAft>
              <a:buSzPts val="1600"/>
              <a:buChar char="●"/>
              <a:defRPr/>
            </a:lvl7pPr>
            <a:lvl8pPr indent="-330200" lvl="7" marL="3657600" rtl="0">
              <a:lnSpc>
                <a:spcPct val="130000"/>
              </a:lnSpc>
              <a:spcBef>
                <a:spcPts val="0"/>
              </a:spcBef>
              <a:spcAft>
                <a:spcPts val="0"/>
              </a:spcAft>
              <a:buSzPts val="1600"/>
              <a:buChar char="○"/>
              <a:defRPr/>
            </a:lvl8pPr>
            <a:lvl9pPr indent="-330200" lvl="8" marL="4114800" rtl="0">
              <a:lnSpc>
                <a:spcPct val="130000"/>
              </a:lnSpc>
              <a:spcBef>
                <a:spcPts val="0"/>
              </a:spcBef>
              <a:spcAft>
                <a:spcPts val="0"/>
              </a:spcAft>
              <a:buSzPts val="1600"/>
              <a:buChar char="■"/>
              <a:defRPr/>
            </a:lvl9pPr>
          </a:lstStyle>
          <a:p/>
        </p:txBody>
      </p:sp>
      <p:sp>
        <p:nvSpPr>
          <p:cNvPr id="188" name="Google Shape;188;p30"/>
          <p:cNvSpPr/>
          <p:nvPr/>
        </p:nvSpPr>
        <p:spPr>
          <a:xfrm>
            <a:off x="6733477" y="1973100"/>
            <a:ext cx="1197300" cy="1197300"/>
          </a:xfrm>
          <a:prstGeom prst="ellipse">
            <a:avLst/>
          </a:prstGeom>
          <a:solidFill>
            <a:srgbClr val="D62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0"/>
          <p:cNvSpPr/>
          <p:nvPr/>
        </p:nvSpPr>
        <p:spPr>
          <a:xfrm>
            <a:off x="3973350" y="1948065"/>
            <a:ext cx="1197300" cy="1197300"/>
          </a:xfrm>
          <a:prstGeom prst="ellipse">
            <a:avLst/>
          </a:prstGeom>
          <a:solidFill>
            <a:srgbClr val="D62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0"/>
          <p:cNvSpPr/>
          <p:nvPr/>
        </p:nvSpPr>
        <p:spPr>
          <a:xfrm>
            <a:off x="1131500" y="1948078"/>
            <a:ext cx="1197300" cy="1197300"/>
          </a:xfrm>
          <a:prstGeom prst="ellipse">
            <a:avLst/>
          </a:prstGeom>
          <a:solidFill>
            <a:srgbClr val="D62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1" name="Google Shape;191;p30"/>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pic>
        <p:nvPicPr>
          <p:cNvPr id="192" name="Google Shape;192;p30"/>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193" name="Google Shape;193;p30"/>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194" name="Google Shape;194;p30"/>
          <p:cNvCxnSpPr/>
          <p:nvPr/>
        </p:nvCxnSpPr>
        <p:spPr>
          <a:xfrm rot="10800000">
            <a:off x="376906" y="4732654"/>
            <a:ext cx="0" cy="156900"/>
          </a:xfrm>
          <a:prstGeom prst="straightConnector1">
            <a:avLst/>
          </a:prstGeom>
          <a:noFill/>
          <a:ln cap="flat" cmpd="sng" w="9525">
            <a:solidFill>
              <a:schemeClr val="dk1"/>
            </a:solidFill>
            <a:prstDash val="solid"/>
            <a:round/>
            <a:headEnd len="med" w="med" type="none"/>
            <a:tailEnd len="med" w="med" type="none"/>
          </a:ln>
        </p:spPr>
      </p:cxnSp>
      <p:sp>
        <p:nvSpPr>
          <p:cNvPr id="195" name="Google Shape;195;p30"/>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sp>
        <p:nvSpPr>
          <p:cNvPr id="196" name="Google Shape;196;p30"/>
          <p:cNvSpPr/>
          <p:nvPr>
            <p:ph idx="2" type="pic"/>
          </p:nvPr>
        </p:nvSpPr>
        <p:spPr>
          <a:xfrm>
            <a:off x="1352300" y="2168875"/>
            <a:ext cx="755700" cy="755700"/>
          </a:xfrm>
          <a:prstGeom prst="rect">
            <a:avLst/>
          </a:prstGeom>
          <a:noFill/>
          <a:ln>
            <a:noFill/>
          </a:ln>
        </p:spPr>
      </p:sp>
      <p:sp>
        <p:nvSpPr>
          <p:cNvPr id="197" name="Google Shape;197;p30"/>
          <p:cNvSpPr/>
          <p:nvPr>
            <p:ph idx="3" type="pic"/>
          </p:nvPr>
        </p:nvSpPr>
        <p:spPr>
          <a:xfrm>
            <a:off x="4194150" y="2168875"/>
            <a:ext cx="755700" cy="755700"/>
          </a:xfrm>
          <a:prstGeom prst="rect">
            <a:avLst/>
          </a:prstGeom>
          <a:noFill/>
          <a:ln>
            <a:noFill/>
          </a:ln>
        </p:spPr>
      </p:sp>
      <p:sp>
        <p:nvSpPr>
          <p:cNvPr id="198" name="Google Shape;198;p30"/>
          <p:cNvSpPr/>
          <p:nvPr>
            <p:ph idx="4" type="pic"/>
          </p:nvPr>
        </p:nvSpPr>
        <p:spPr>
          <a:xfrm>
            <a:off x="6954275" y="2193900"/>
            <a:ext cx="755700" cy="755700"/>
          </a:xfrm>
          <a:prstGeom prst="rect">
            <a:avLst/>
          </a:prstGeom>
          <a:noFill/>
          <a:ln>
            <a:noFill/>
          </a:ln>
        </p:spPr>
      </p:sp>
      <p:sp>
        <p:nvSpPr>
          <p:cNvPr id="199" name="Google Shape;199;p30"/>
          <p:cNvSpPr txBox="1"/>
          <p:nvPr>
            <p:ph idx="5" type="body"/>
          </p:nvPr>
        </p:nvSpPr>
        <p:spPr>
          <a:xfrm>
            <a:off x="3659700" y="3272200"/>
            <a:ext cx="1824600" cy="1473900"/>
          </a:xfrm>
          <a:prstGeom prst="rect">
            <a:avLst/>
          </a:prstGeom>
        </p:spPr>
        <p:txBody>
          <a:bodyPr anchorCtr="0" anchor="t" bIns="91425" lIns="91425" spcFirstLastPara="1" rIns="91425" wrap="square" tIns="91425">
            <a:normAutofit/>
          </a:bodyPr>
          <a:lstStyle>
            <a:lvl1pPr indent="-330200" lvl="0" marL="457200" rtl="0">
              <a:lnSpc>
                <a:spcPct val="130000"/>
              </a:lnSpc>
              <a:spcBef>
                <a:spcPts val="0"/>
              </a:spcBef>
              <a:spcAft>
                <a:spcPts val="0"/>
              </a:spcAft>
              <a:buSzPts val="1600"/>
              <a:buChar char="●"/>
              <a:defRPr/>
            </a:lvl1pPr>
            <a:lvl2pPr indent="-330200" lvl="1" marL="914400" rtl="0">
              <a:lnSpc>
                <a:spcPct val="130000"/>
              </a:lnSpc>
              <a:spcBef>
                <a:spcPts val="0"/>
              </a:spcBef>
              <a:spcAft>
                <a:spcPts val="0"/>
              </a:spcAft>
              <a:buSzPts val="1600"/>
              <a:buChar char="○"/>
              <a:defRPr/>
            </a:lvl2pPr>
            <a:lvl3pPr indent="-330200" lvl="2" marL="1371600" rtl="0">
              <a:lnSpc>
                <a:spcPct val="130000"/>
              </a:lnSpc>
              <a:spcBef>
                <a:spcPts val="0"/>
              </a:spcBef>
              <a:spcAft>
                <a:spcPts val="0"/>
              </a:spcAft>
              <a:buSzPts val="1600"/>
              <a:buChar char="■"/>
              <a:defRPr/>
            </a:lvl3pPr>
            <a:lvl4pPr indent="-330200" lvl="3" marL="1828800" rtl="0">
              <a:lnSpc>
                <a:spcPct val="130000"/>
              </a:lnSpc>
              <a:spcBef>
                <a:spcPts val="0"/>
              </a:spcBef>
              <a:spcAft>
                <a:spcPts val="0"/>
              </a:spcAft>
              <a:buSzPts val="1600"/>
              <a:buChar char="●"/>
              <a:defRPr/>
            </a:lvl4pPr>
            <a:lvl5pPr indent="-330200" lvl="4" marL="2286000" rtl="0">
              <a:lnSpc>
                <a:spcPct val="130000"/>
              </a:lnSpc>
              <a:spcBef>
                <a:spcPts val="0"/>
              </a:spcBef>
              <a:spcAft>
                <a:spcPts val="0"/>
              </a:spcAft>
              <a:buSzPts val="1600"/>
              <a:buChar char="○"/>
              <a:defRPr/>
            </a:lvl5pPr>
            <a:lvl6pPr indent="-330200" lvl="5" marL="2743200" rtl="0">
              <a:lnSpc>
                <a:spcPct val="130000"/>
              </a:lnSpc>
              <a:spcBef>
                <a:spcPts val="0"/>
              </a:spcBef>
              <a:spcAft>
                <a:spcPts val="0"/>
              </a:spcAft>
              <a:buSzPts val="1600"/>
              <a:buChar char="■"/>
              <a:defRPr/>
            </a:lvl6pPr>
            <a:lvl7pPr indent="-330200" lvl="6" marL="3200400" rtl="0">
              <a:lnSpc>
                <a:spcPct val="130000"/>
              </a:lnSpc>
              <a:spcBef>
                <a:spcPts val="0"/>
              </a:spcBef>
              <a:spcAft>
                <a:spcPts val="0"/>
              </a:spcAft>
              <a:buSzPts val="1600"/>
              <a:buChar char="●"/>
              <a:defRPr/>
            </a:lvl7pPr>
            <a:lvl8pPr indent="-330200" lvl="7" marL="3657600" rtl="0">
              <a:lnSpc>
                <a:spcPct val="130000"/>
              </a:lnSpc>
              <a:spcBef>
                <a:spcPts val="0"/>
              </a:spcBef>
              <a:spcAft>
                <a:spcPts val="0"/>
              </a:spcAft>
              <a:buSzPts val="1600"/>
              <a:buChar char="○"/>
              <a:defRPr/>
            </a:lvl8pPr>
            <a:lvl9pPr indent="-330200" lvl="8" marL="4114800" rtl="0">
              <a:lnSpc>
                <a:spcPct val="130000"/>
              </a:lnSpc>
              <a:spcBef>
                <a:spcPts val="0"/>
              </a:spcBef>
              <a:spcAft>
                <a:spcPts val="0"/>
              </a:spcAft>
              <a:buSzPts val="1600"/>
              <a:buChar char="■"/>
              <a:defRPr/>
            </a:lvl9pPr>
          </a:lstStyle>
          <a:p/>
        </p:txBody>
      </p:sp>
      <p:sp>
        <p:nvSpPr>
          <p:cNvPr id="200" name="Google Shape;200;p30"/>
          <p:cNvSpPr txBox="1"/>
          <p:nvPr>
            <p:ph idx="6" type="body"/>
          </p:nvPr>
        </p:nvSpPr>
        <p:spPr>
          <a:xfrm>
            <a:off x="6419813" y="3272200"/>
            <a:ext cx="1824600" cy="1473900"/>
          </a:xfrm>
          <a:prstGeom prst="rect">
            <a:avLst/>
          </a:prstGeom>
        </p:spPr>
        <p:txBody>
          <a:bodyPr anchorCtr="0" anchor="t" bIns="91425" lIns="91425" spcFirstLastPara="1" rIns="91425" wrap="square" tIns="91425">
            <a:normAutofit/>
          </a:bodyPr>
          <a:lstStyle>
            <a:lvl1pPr indent="-330200" lvl="0" marL="457200" rtl="0">
              <a:lnSpc>
                <a:spcPct val="130000"/>
              </a:lnSpc>
              <a:spcBef>
                <a:spcPts val="0"/>
              </a:spcBef>
              <a:spcAft>
                <a:spcPts val="0"/>
              </a:spcAft>
              <a:buSzPts val="1600"/>
              <a:buChar char="●"/>
              <a:defRPr/>
            </a:lvl1pPr>
            <a:lvl2pPr indent="-330200" lvl="1" marL="914400" rtl="0">
              <a:lnSpc>
                <a:spcPct val="130000"/>
              </a:lnSpc>
              <a:spcBef>
                <a:spcPts val="0"/>
              </a:spcBef>
              <a:spcAft>
                <a:spcPts val="0"/>
              </a:spcAft>
              <a:buSzPts val="1600"/>
              <a:buChar char="○"/>
              <a:defRPr/>
            </a:lvl2pPr>
            <a:lvl3pPr indent="-330200" lvl="2" marL="1371600" rtl="0">
              <a:lnSpc>
                <a:spcPct val="130000"/>
              </a:lnSpc>
              <a:spcBef>
                <a:spcPts val="0"/>
              </a:spcBef>
              <a:spcAft>
                <a:spcPts val="0"/>
              </a:spcAft>
              <a:buSzPts val="1600"/>
              <a:buChar char="■"/>
              <a:defRPr/>
            </a:lvl3pPr>
            <a:lvl4pPr indent="-330200" lvl="3" marL="1828800" rtl="0">
              <a:lnSpc>
                <a:spcPct val="130000"/>
              </a:lnSpc>
              <a:spcBef>
                <a:spcPts val="0"/>
              </a:spcBef>
              <a:spcAft>
                <a:spcPts val="0"/>
              </a:spcAft>
              <a:buSzPts val="1600"/>
              <a:buChar char="●"/>
              <a:defRPr/>
            </a:lvl4pPr>
            <a:lvl5pPr indent="-330200" lvl="4" marL="2286000" rtl="0">
              <a:lnSpc>
                <a:spcPct val="130000"/>
              </a:lnSpc>
              <a:spcBef>
                <a:spcPts val="0"/>
              </a:spcBef>
              <a:spcAft>
                <a:spcPts val="0"/>
              </a:spcAft>
              <a:buSzPts val="1600"/>
              <a:buChar char="○"/>
              <a:defRPr/>
            </a:lvl5pPr>
            <a:lvl6pPr indent="-330200" lvl="5" marL="2743200" rtl="0">
              <a:lnSpc>
                <a:spcPct val="130000"/>
              </a:lnSpc>
              <a:spcBef>
                <a:spcPts val="0"/>
              </a:spcBef>
              <a:spcAft>
                <a:spcPts val="0"/>
              </a:spcAft>
              <a:buSzPts val="1600"/>
              <a:buChar char="■"/>
              <a:defRPr/>
            </a:lvl6pPr>
            <a:lvl7pPr indent="-330200" lvl="6" marL="3200400" rtl="0">
              <a:lnSpc>
                <a:spcPct val="130000"/>
              </a:lnSpc>
              <a:spcBef>
                <a:spcPts val="0"/>
              </a:spcBef>
              <a:spcAft>
                <a:spcPts val="0"/>
              </a:spcAft>
              <a:buSzPts val="1600"/>
              <a:buChar char="●"/>
              <a:defRPr/>
            </a:lvl7pPr>
            <a:lvl8pPr indent="-330200" lvl="7" marL="3657600" rtl="0">
              <a:lnSpc>
                <a:spcPct val="130000"/>
              </a:lnSpc>
              <a:spcBef>
                <a:spcPts val="0"/>
              </a:spcBef>
              <a:spcAft>
                <a:spcPts val="0"/>
              </a:spcAft>
              <a:buSzPts val="1600"/>
              <a:buChar char="○"/>
              <a:defRPr/>
            </a:lvl8pPr>
            <a:lvl9pPr indent="-330200" lvl="8" marL="4114800" rtl="0">
              <a:lnSpc>
                <a:spcPct val="130000"/>
              </a:lnSpc>
              <a:spcBef>
                <a:spcPts val="0"/>
              </a:spcBef>
              <a:spcAft>
                <a:spcPts val="0"/>
              </a:spcAft>
              <a:buSzPts val="16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or background 1">
  <p:cSld name="CUSTOM_12">
    <p:spTree>
      <p:nvGrpSpPr>
        <p:cNvPr id="201" name="Shape 201"/>
        <p:cNvGrpSpPr/>
        <p:nvPr/>
      </p:nvGrpSpPr>
      <p:grpSpPr>
        <a:xfrm>
          <a:off x="0" y="0"/>
          <a:ext cx="0" cy="0"/>
          <a:chOff x="0" y="0"/>
          <a:chExt cx="0" cy="0"/>
        </a:xfrm>
      </p:grpSpPr>
      <p:sp>
        <p:nvSpPr>
          <p:cNvPr id="202" name="Google Shape;202;p31"/>
          <p:cNvSpPr/>
          <p:nvPr/>
        </p:nvSpPr>
        <p:spPr>
          <a:xfrm rot="10800000">
            <a:off x="-61700" y="-76100"/>
            <a:ext cx="9214500" cy="5250000"/>
          </a:xfrm>
          <a:prstGeom prst="rect">
            <a:avLst/>
          </a:prstGeom>
          <a:gradFill>
            <a:gsLst>
              <a:gs pos="0">
                <a:srgbClr val="0086FF"/>
              </a:gs>
              <a:gs pos="100000">
                <a:srgbClr val="27E0FB"/>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3" name="Google Shape;203;p31"/>
          <p:cNvPicPr preferRelativeResize="0"/>
          <p:nvPr/>
        </p:nvPicPr>
        <p:blipFill>
          <a:blip r:embed="rId2">
            <a:alphaModFix/>
          </a:blip>
          <a:stretch>
            <a:fillRect/>
          </a:stretch>
        </p:blipFill>
        <p:spPr>
          <a:xfrm>
            <a:off x="8679325" y="4695275"/>
            <a:ext cx="245500" cy="240775"/>
          </a:xfrm>
          <a:prstGeom prst="rect">
            <a:avLst/>
          </a:prstGeom>
          <a:noFill/>
          <a:ln>
            <a:noFill/>
          </a:ln>
        </p:spPr>
      </p:pic>
      <p:sp>
        <p:nvSpPr>
          <p:cNvPr id="204" name="Google Shape;204;p31"/>
          <p:cNvSpPr txBox="1"/>
          <p:nvPr>
            <p:ph type="title"/>
          </p:nvPr>
        </p:nvSpPr>
        <p:spPr>
          <a:xfrm>
            <a:off x="1243175" y="1160975"/>
            <a:ext cx="6565200" cy="616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
        <p:nvSpPr>
          <p:cNvPr id="205" name="Google Shape;205;p31"/>
          <p:cNvSpPr txBox="1"/>
          <p:nvPr>
            <p:ph idx="1" type="body"/>
          </p:nvPr>
        </p:nvSpPr>
        <p:spPr>
          <a:xfrm>
            <a:off x="1243175" y="1774850"/>
            <a:ext cx="6565200" cy="26961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Clr>
                <a:schemeClr val="lt1"/>
              </a:buClr>
              <a:buSzPts val="1600"/>
              <a:buChar char="●"/>
              <a:defRPr>
                <a:solidFill>
                  <a:schemeClr val="lt1"/>
                </a:solidFill>
              </a:defRPr>
            </a:lvl1pPr>
            <a:lvl2pPr indent="-330200" lvl="1" marL="914400" rtl="0">
              <a:spcBef>
                <a:spcPts val="0"/>
              </a:spcBef>
              <a:spcAft>
                <a:spcPts val="0"/>
              </a:spcAft>
              <a:buClr>
                <a:schemeClr val="lt1"/>
              </a:buClr>
              <a:buSzPts val="1600"/>
              <a:buChar char="○"/>
              <a:defRPr>
                <a:solidFill>
                  <a:schemeClr val="lt1"/>
                </a:solidFill>
              </a:defRPr>
            </a:lvl2pPr>
            <a:lvl3pPr indent="-330200" lvl="2" marL="1371600" rtl="0">
              <a:spcBef>
                <a:spcPts val="0"/>
              </a:spcBef>
              <a:spcAft>
                <a:spcPts val="0"/>
              </a:spcAft>
              <a:buClr>
                <a:schemeClr val="lt1"/>
              </a:buClr>
              <a:buSzPts val="1600"/>
              <a:buChar char="■"/>
              <a:defRPr>
                <a:solidFill>
                  <a:schemeClr val="lt1"/>
                </a:solidFill>
              </a:defRPr>
            </a:lvl3pPr>
            <a:lvl4pPr indent="-330200" lvl="3" marL="1828800" rtl="0">
              <a:spcBef>
                <a:spcPts val="0"/>
              </a:spcBef>
              <a:spcAft>
                <a:spcPts val="0"/>
              </a:spcAft>
              <a:buClr>
                <a:schemeClr val="lt1"/>
              </a:buClr>
              <a:buSzPts val="1600"/>
              <a:buChar char="●"/>
              <a:defRPr>
                <a:solidFill>
                  <a:schemeClr val="lt1"/>
                </a:solidFill>
              </a:defRPr>
            </a:lvl4pPr>
            <a:lvl5pPr indent="-330200" lvl="4" marL="2286000" rtl="0">
              <a:spcBef>
                <a:spcPts val="0"/>
              </a:spcBef>
              <a:spcAft>
                <a:spcPts val="0"/>
              </a:spcAft>
              <a:buClr>
                <a:schemeClr val="lt1"/>
              </a:buClr>
              <a:buSzPts val="1600"/>
              <a:buChar char="○"/>
              <a:defRPr>
                <a:solidFill>
                  <a:schemeClr val="lt1"/>
                </a:solidFill>
              </a:defRPr>
            </a:lvl5pPr>
            <a:lvl6pPr indent="-330200" lvl="5" marL="2743200" rtl="0">
              <a:spcBef>
                <a:spcPts val="0"/>
              </a:spcBef>
              <a:spcAft>
                <a:spcPts val="0"/>
              </a:spcAft>
              <a:buClr>
                <a:schemeClr val="lt1"/>
              </a:buClr>
              <a:buSzPts val="1600"/>
              <a:buChar char="■"/>
              <a:defRPr>
                <a:solidFill>
                  <a:schemeClr val="lt1"/>
                </a:solidFill>
              </a:defRPr>
            </a:lvl6pPr>
            <a:lvl7pPr indent="-330200" lvl="6" marL="3200400" rtl="0">
              <a:spcBef>
                <a:spcPts val="0"/>
              </a:spcBef>
              <a:spcAft>
                <a:spcPts val="0"/>
              </a:spcAft>
              <a:buClr>
                <a:schemeClr val="lt1"/>
              </a:buClr>
              <a:buSzPts val="1600"/>
              <a:buChar char="●"/>
              <a:defRPr>
                <a:solidFill>
                  <a:schemeClr val="lt1"/>
                </a:solidFill>
              </a:defRPr>
            </a:lvl7pPr>
            <a:lvl8pPr indent="-330200" lvl="7" marL="3657600" rtl="0">
              <a:spcBef>
                <a:spcPts val="0"/>
              </a:spcBef>
              <a:spcAft>
                <a:spcPts val="0"/>
              </a:spcAft>
              <a:buClr>
                <a:schemeClr val="lt1"/>
              </a:buClr>
              <a:buSzPts val="1600"/>
              <a:buChar char="○"/>
              <a:defRPr>
                <a:solidFill>
                  <a:schemeClr val="lt1"/>
                </a:solidFill>
              </a:defRPr>
            </a:lvl8pPr>
            <a:lvl9pPr indent="-330200" lvl="8" marL="4114800" rtl="0">
              <a:spcBef>
                <a:spcPts val="0"/>
              </a:spcBef>
              <a:spcAft>
                <a:spcPts val="0"/>
              </a:spcAft>
              <a:buClr>
                <a:schemeClr val="lt1"/>
              </a:buClr>
              <a:buSzPts val="1600"/>
              <a:buChar char="■"/>
              <a:defRPr>
                <a:solidFill>
                  <a:schemeClr val="lt1"/>
                </a:solidFill>
              </a:defRPr>
            </a:lvl9pPr>
          </a:lstStyle>
          <a:p/>
        </p:txBody>
      </p:sp>
      <p:grpSp>
        <p:nvGrpSpPr>
          <p:cNvPr id="206" name="Google Shape;206;p31"/>
          <p:cNvGrpSpPr/>
          <p:nvPr/>
        </p:nvGrpSpPr>
        <p:grpSpPr>
          <a:xfrm>
            <a:off x="-41002" y="4695275"/>
            <a:ext cx="3613301" cy="393600"/>
            <a:chOff x="-41002" y="4695275"/>
            <a:chExt cx="3613301" cy="393600"/>
          </a:xfrm>
        </p:grpSpPr>
        <p:sp>
          <p:nvSpPr>
            <p:cNvPr id="207" name="Google Shape;207;p31"/>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208" name="Google Shape;208;p31"/>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209" name="Google Shape;209;p31"/>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or background 2">
  <p:cSld name="CUSTOM_13">
    <p:spTree>
      <p:nvGrpSpPr>
        <p:cNvPr id="210" name="Shape 210"/>
        <p:cNvGrpSpPr/>
        <p:nvPr/>
      </p:nvGrpSpPr>
      <p:grpSpPr>
        <a:xfrm>
          <a:off x="0" y="0"/>
          <a:ext cx="0" cy="0"/>
          <a:chOff x="0" y="0"/>
          <a:chExt cx="0" cy="0"/>
        </a:xfrm>
      </p:grpSpPr>
      <p:sp>
        <p:nvSpPr>
          <p:cNvPr id="211" name="Google Shape;211;p32"/>
          <p:cNvSpPr/>
          <p:nvPr/>
        </p:nvSpPr>
        <p:spPr>
          <a:xfrm rot="10800000">
            <a:off x="-61700" y="-76100"/>
            <a:ext cx="9214500" cy="5250000"/>
          </a:xfrm>
          <a:prstGeom prst="rect">
            <a:avLst/>
          </a:prstGeom>
          <a:gradFill>
            <a:gsLst>
              <a:gs pos="0">
                <a:srgbClr val="D62293"/>
              </a:gs>
              <a:gs pos="100000">
                <a:srgbClr val="F88167"/>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2" name="Google Shape;212;p32"/>
          <p:cNvPicPr preferRelativeResize="0"/>
          <p:nvPr/>
        </p:nvPicPr>
        <p:blipFill>
          <a:blip r:embed="rId2">
            <a:alphaModFix/>
          </a:blip>
          <a:stretch>
            <a:fillRect/>
          </a:stretch>
        </p:blipFill>
        <p:spPr>
          <a:xfrm>
            <a:off x="8679325" y="4695275"/>
            <a:ext cx="245500" cy="240775"/>
          </a:xfrm>
          <a:prstGeom prst="rect">
            <a:avLst/>
          </a:prstGeom>
          <a:noFill/>
          <a:ln>
            <a:noFill/>
          </a:ln>
        </p:spPr>
      </p:pic>
      <p:sp>
        <p:nvSpPr>
          <p:cNvPr id="213" name="Google Shape;213;p32"/>
          <p:cNvSpPr txBox="1"/>
          <p:nvPr>
            <p:ph type="title"/>
          </p:nvPr>
        </p:nvSpPr>
        <p:spPr>
          <a:xfrm>
            <a:off x="1243175" y="1160975"/>
            <a:ext cx="6565200" cy="616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
        <p:nvSpPr>
          <p:cNvPr id="214" name="Google Shape;214;p32"/>
          <p:cNvSpPr txBox="1"/>
          <p:nvPr>
            <p:ph idx="1" type="body"/>
          </p:nvPr>
        </p:nvSpPr>
        <p:spPr>
          <a:xfrm>
            <a:off x="1243175" y="1777475"/>
            <a:ext cx="6565200" cy="28041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Clr>
                <a:schemeClr val="lt1"/>
              </a:buClr>
              <a:buSzPts val="1600"/>
              <a:buChar char="●"/>
              <a:defRPr>
                <a:solidFill>
                  <a:schemeClr val="lt1"/>
                </a:solidFill>
              </a:defRPr>
            </a:lvl1pPr>
            <a:lvl2pPr indent="-330200" lvl="1" marL="914400" rtl="0">
              <a:spcBef>
                <a:spcPts val="0"/>
              </a:spcBef>
              <a:spcAft>
                <a:spcPts val="0"/>
              </a:spcAft>
              <a:buClr>
                <a:schemeClr val="lt1"/>
              </a:buClr>
              <a:buSzPts val="1600"/>
              <a:buChar char="○"/>
              <a:defRPr>
                <a:solidFill>
                  <a:schemeClr val="lt1"/>
                </a:solidFill>
              </a:defRPr>
            </a:lvl2pPr>
            <a:lvl3pPr indent="-330200" lvl="2" marL="1371600" rtl="0">
              <a:spcBef>
                <a:spcPts val="0"/>
              </a:spcBef>
              <a:spcAft>
                <a:spcPts val="0"/>
              </a:spcAft>
              <a:buClr>
                <a:schemeClr val="lt1"/>
              </a:buClr>
              <a:buSzPts val="1600"/>
              <a:buChar char="■"/>
              <a:defRPr>
                <a:solidFill>
                  <a:schemeClr val="lt1"/>
                </a:solidFill>
              </a:defRPr>
            </a:lvl3pPr>
            <a:lvl4pPr indent="-330200" lvl="3" marL="1828800" rtl="0">
              <a:spcBef>
                <a:spcPts val="0"/>
              </a:spcBef>
              <a:spcAft>
                <a:spcPts val="0"/>
              </a:spcAft>
              <a:buClr>
                <a:schemeClr val="lt1"/>
              </a:buClr>
              <a:buSzPts val="1600"/>
              <a:buChar char="●"/>
              <a:defRPr>
                <a:solidFill>
                  <a:schemeClr val="lt1"/>
                </a:solidFill>
              </a:defRPr>
            </a:lvl4pPr>
            <a:lvl5pPr indent="-330200" lvl="4" marL="2286000" rtl="0">
              <a:spcBef>
                <a:spcPts val="0"/>
              </a:spcBef>
              <a:spcAft>
                <a:spcPts val="0"/>
              </a:spcAft>
              <a:buClr>
                <a:schemeClr val="lt1"/>
              </a:buClr>
              <a:buSzPts val="1600"/>
              <a:buChar char="○"/>
              <a:defRPr>
                <a:solidFill>
                  <a:schemeClr val="lt1"/>
                </a:solidFill>
              </a:defRPr>
            </a:lvl5pPr>
            <a:lvl6pPr indent="-330200" lvl="5" marL="2743200" rtl="0">
              <a:spcBef>
                <a:spcPts val="0"/>
              </a:spcBef>
              <a:spcAft>
                <a:spcPts val="0"/>
              </a:spcAft>
              <a:buClr>
                <a:schemeClr val="lt1"/>
              </a:buClr>
              <a:buSzPts val="1600"/>
              <a:buChar char="■"/>
              <a:defRPr>
                <a:solidFill>
                  <a:schemeClr val="lt1"/>
                </a:solidFill>
              </a:defRPr>
            </a:lvl6pPr>
            <a:lvl7pPr indent="-330200" lvl="6" marL="3200400" rtl="0">
              <a:spcBef>
                <a:spcPts val="0"/>
              </a:spcBef>
              <a:spcAft>
                <a:spcPts val="0"/>
              </a:spcAft>
              <a:buClr>
                <a:schemeClr val="lt1"/>
              </a:buClr>
              <a:buSzPts val="1600"/>
              <a:buChar char="●"/>
              <a:defRPr>
                <a:solidFill>
                  <a:schemeClr val="lt1"/>
                </a:solidFill>
              </a:defRPr>
            </a:lvl7pPr>
            <a:lvl8pPr indent="-330200" lvl="7" marL="3657600" rtl="0">
              <a:spcBef>
                <a:spcPts val="0"/>
              </a:spcBef>
              <a:spcAft>
                <a:spcPts val="0"/>
              </a:spcAft>
              <a:buClr>
                <a:schemeClr val="lt1"/>
              </a:buClr>
              <a:buSzPts val="1600"/>
              <a:buChar char="○"/>
              <a:defRPr>
                <a:solidFill>
                  <a:schemeClr val="lt1"/>
                </a:solidFill>
              </a:defRPr>
            </a:lvl8pPr>
            <a:lvl9pPr indent="-330200" lvl="8" marL="4114800" rtl="0">
              <a:spcBef>
                <a:spcPts val="0"/>
              </a:spcBef>
              <a:spcAft>
                <a:spcPts val="0"/>
              </a:spcAft>
              <a:buClr>
                <a:schemeClr val="lt1"/>
              </a:buClr>
              <a:buSzPts val="1600"/>
              <a:buChar char="■"/>
              <a:defRPr>
                <a:solidFill>
                  <a:schemeClr val="lt1"/>
                </a:solidFill>
              </a:defRPr>
            </a:lvl9pPr>
          </a:lstStyle>
          <a:p/>
        </p:txBody>
      </p:sp>
      <p:grpSp>
        <p:nvGrpSpPr>
          <p:cNvPr id="215" name="Google Shape;215;p32"/>
          <p:cNvGrpSpPr/>
          <p:nvPr/>
        </p:nvGrpSpPr>
        <p:grpSpPr>
          <a:xfrm>
            <a:off x="-41002" y="4695275"/>
            <a:ext cx="3613301" cy="393600"/>
            <a:chOff x="-41002" y="4695275"/>
            <a:chExt cx="3613301" cy="393600"/>
          </a:xfrm>
        </p:grpSpPr>
        <p:sp>
          <p:nvSpPr>
            <p:cNvPr id="216" name="Google Shape;216;p32"/>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217" name="Google Shape;217;p32"/>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218" name="Google Shape;218;p32"/>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ation page blue">
  <p:cSld name="CUSTOM_14">
    <p:spTree>
      <p:nvGrpSpPr>
        <p:cNvPr id="219" name="Shape 219"/>
        <p:cNvGrpSpPr/>
        <p:nvPr/>
      </p:nvGrpSpPr>
      <p:grpSpPr>
        <a:xfrm>
          <a:off x="0" y="0"/>
          <a:ext cx="0" cy="0"/>
          <a:chOff x="0" y="0"/>
          <a:chExt cx="0" cy="0"/>
        </a:xfrm>
      </p:grpSpPr>
      <p:sp>
        <p:nvSpPr>
          <p:cNvPr id="220" name="Google Shape;220;p33"/>
          <p:cNvSpPr/>
          <p:nvPr/>
        </p:nvSpPr>
        <p:spPr>
          <a:xfrm rot="10800000">
            <a:off x="-13700" y="-72050"/>
            <a:ext cx="9166500" cy="5342700"/>
          </a:xfrm>
          <a:prstGeom prst="rect">
            <a:avLst/>
          </a:prstGeom>
          <a:gradFill>
            <a:gsLst>
              <a:gs pos="0">
                <a:srgbClr val="0086FF"/>
              </a:gs>
              <a:gs pos="100000">
                <a:srgbClr val="27E0FB"/>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3"/>
          <p:cNvSpPr/>
          <p:nvPr/>
        </p:nvSpPr>
        <p:spPr>
          <a:xfrm>
            <a:off x="335625" y="-873300"/>
            <a:ext cx="402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3"/>
          <p:cNvSpPr/>
          <p:nvPr/>
        </p:nvSpPr>
        <p:spPr>
          <a:xfrm>
            <a:off x="5953875" y="2238050"/>
            <a:ext cx="402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3"/>
          <p:cNvSpPr/>
          <p:nvPr/>
        </p:nvSpPr>
        <p:spPr>
          <a:xfrm>
            <a:off x="1626575" y="1125425"/>
            <a:ext cx="5925900" cy="2514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3"/>
          <p:cNvSpPr txBox="1"/>
          <p:nvPr>
            <p:ph idx="1" type="subTitle"/>
          </p:nvPr>
        </p:nvSpPr>
        <p:spPr>
          <a:xfrm>
            <a:off x="1962375" y="1448650"/>
            <a:ext cx="5301600" cy="1962300"/>
          </a:xfrm>
          <a:prstGeom prst="rect">
            <a:avLst/>
          </a:prstGeom>
        </p:spPr>
        <p:txBody>
          <a:bodyPr anchorCtr="0" anchor="t" bIns="91425" lIns="91425" spcFirstLastPara="1" rIns="91425" wrap="square" tIns="91425">
            <a:norm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25" name="Google Shape;225;p33"/>
          <p:cNvPicPr preferRelativeResize="0"/>
          <p:nvPr/>
        </p:nvPicPr>
        <p:blipFill>
          <a:blip r:embed="rId2">
            <a:alphaModFix/>
          </a:blip>
          <a:stretch>
            <a:fillRect/>
          </a:stretch>
        </p:blipFill>
        <p:spPr>
          <a:xfrm>
            <a:off x="8679325" y="4695275"/>
            <a:ext cx="245500" cy="240775"/>
          </a:xfrm>
          <a:prstGeom prst="rect">
            <a:avLst/>
          </a:prstGeom>
          <a:noFill/>
          <a:ln>
            <a:noFill/>
          </a:ln>
        </p:spPr>
      </p:pic>
      <p:sp>
        <p:nvSpPr>
          <p:cNvPr id="226" name="Google Shape;226;p33"/>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227" name="Google Shape;227;p33"/>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228" name="Google Shape;228;p33"/>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ation page pink">
  <p:cSld name="CUSTOM_14_1">
    <p:spTree>
      <p:nvGrpSpPr>
        <p:cNvPr id="229" name="Shape 229"/>
        <p:cNvGrpSpPr/>
        <p:nvPr/>
      </p:nvGrpSpPr>
      <p:grpSpPr>
        <a:xfrm>
          <a:off x="0" y="0"/>
          <a:ext cx="0" cy="0"/>
          <a:chOff x="0" y="0"/>
          <a:chExt cx="0" cy="0"/>
        </a:xfrm>
      </p:grpSpPr>
      <p:sp>
        <p:nvSpPr>
          <p:cNvPr id="230" name="Google Shape;230;p34"/>
          <p:cNvSpPr/>
          <p:nvPr/>
        </p:nvSpPr>
        <p:spPr>
          <a:xfrm rot="10800000">
            <a:off x="-13700" y="-72050"/>
            <a:ext cx="9166500" cy="5342700"/>
          </a:xfrm>
          <a:prstGeom prst="rect">
            <a:avLst/>
          </a:prstGeom>
          <a:gradFill>
            <a:gsLst>
              <a:gs pos="0">
                <a:srgbClr val="D62293"/>
              </a:gs>
              <a:gs pos="100000">
                <a:srgbClr val="F88167"/>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4"/>
          <p:cNvSpPr/>
          <p:nvPr/>
        </p:nvSpPr>
        <p:spPr>
          <a:xfrm>
            <a:off x="335625" y="-873300"/>
            <a:ext cx="402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4"/>
          <p:cNvSpPr/>
          <p:nvPr/>
        </p:nvSpPr>
        <p:spPr>
          <a:xfrm>
            <a:off x="5953875" y="2238050"/>
            <a:ext cx="4027500" cy="4027500"/>
          </a:xfrm>
          <a:prstGeom prst="frame">
            <a:avLst>
              <a:gd fmla="val 12500" name="adj1"/>
            </a:avLst>
          </a:prstGeom>
          <a:solidFill>
            <a:srgbClr val="EEEEEE">
              <a:alpha val="13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4"/>
          <p:cNvSpPr/>
          <p:nvPr/>
        </p:nvSpPr>
        <p:spPr>
          <a:xfrm>
            <a:off x="1626575" y="1125425"/>
            <a:ext cx="5925900" cy="2514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4"/>
          <p:cNvSpPr txBox="1"/>
          <p:nvPr>
            <p:ph idx="1" type="subTitle"/>
          </p:nvPr>
        </p:nvSpPr>
        <p:spPr>
          <a:xfrm>
            <a:off x="1962375" y="1448650"/>
            <a:ext cx="5301600" cy="1962300"/>
          </a:xfrm>
          <a:prstGeom prst="rect">
            <a:avLst/>
          </a:prstGeom>
        </p:spPr>
        <p:txBody>
          <a:bodyPr anchorCtr="0" anchor="t" bIns="91425" lIns="91425" spcFirstLastPara="1" rIns="91425" wrap="square" tIns="91425">
            <a:norm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35" name="Google Shape;235;p34"/>
          <p:cNvPicPr preferRelativeResize="0"/>
          <p:nvPr/>
        </p:nvPicPr>
        <p:blipFill>
          <a:blip r:embed="rId2">
            <a:alphaModFix/>
          </a:blip>
          <a:stretch>
            <a:fillRect/>
          </a:stretch>
        </p:blipFill>
        <p:spPr>
          <a:xfrm>
            <a:off x="8679325" y="4695275"/>
            <a:ext cx="245500" cy="240775"/>
          </a:xfrm>
          <a:prstGeom prst="rect">
            <a:avLst/>
          </a:prstGeom>
          <a:noFill/>
          <a:ln>
            <a:noFill/>
          </a:ln>
        </p:spPr>
      </p:pic>
      <p:sp>
        <p:nvSpPr>
          <p:cNvPr id="236" name="Google Shape;236;p34"/>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237" name="Google Shape;237;p34"/>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238" name="Google Shape;238;p34"/>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page">
  <p:cSld name="CUSTOM_15">
    <p:spTree>
      <p:nvGrpSpPr>
        <p:cNvPr id="239" name="Shape 239"/>
        <p:cNvGrpSpPr/>
        <p:nvPr/>
      </p:nvGrpSpPr>
      <p:grpSpPr>
        <a:xfrm>
          <a:off x="0" y="0"/>
          <a:ext cx="0" cy="0"/>
          <a:chOff x="0" y="0"/>
          <a:chExt cx="0" cy="0"/>
        </a:xfrm>
      </p:grpSpPr>
      <p:sp>
        <p:nvSpPr>
          <p:cNvPr id="240" name="Google Shape;240;p35"/>
          <p:cNvSpPr txBox="1"/>
          <p:nvPr/>
        </p:nvSpPr>
        <p:spPr>
          <a:xfrm>
            <a:off x="0" y="0"/>
            <a:ext cx="3000000" cy="6073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rPr b="1" lang="en" sz="2800">
                <a:solidFill>
                  <a:schemeClr val="dk1"/>
                </a:solidFill>
              </a:rPr>
              <a:t>-1</a:t>
            </a:r>
            <a:endParaRPr b="1" sz="2800">
              <a:solidFill>
                <a:schemeClr val="dk1"/>
              </a:solidFill>
            </a:endParaRPr>
          </a:p>
          <a:p>
            <a:pPr indent="0" lvl="0" marL="0" rtl="0" algn="l">
              <a:spcBef>
                <a:spcPts val="0"/>
              </a:spcBef>
              <a:spcAft>
                <a:spcPts val="0"/>
              </a:spcAft>
              <a:buNone/>
            </a:pPr>
            <a:r>
              <a:t/>
            </a:r>
            <a:endParaRPr b="1" sz="2800">
              <a:solidFill>
                <a:schemeClr val="dk1"/>
              </a:solidFill>
            </a:endParaRPr>
          </a:p>
          <a:p>
            <a:pPr indent="0" lvl="0" marL="0" rtl="0" algn="l">
              <a:spcBef>
                <a:spcPts val="0"/>
              </a:spcBef>
              <a:spcAft>
                <a:spcPts val="0"/>
              </a:spcAft>
              <a:buNone/>
            </a:pPr>
            <a:r>
              <a:rPr b="1" lang="en" sz="2800">
                <a:solidFill>
                  <a:schemeClr val="dk1"/>
                </a:solidFill>
              </a:rPr>
              <a:t>© 2022 Cloud Native Computing Foundation</a:t>
            </a:r>
            <a:endParaRPr b="1" sz="2800">
              <a:solidFill>
                <a:schemeClr val="dk1"/>
              </a:solidFill>
            </a:endParaRPr>
          </a:p>
          <a:p>
            <a:pPr indent="0" lvl="0" marL="0" rtl="0" algn="l">
              <a:spcBef>
                <a:spcPts val="0"/>
              </a:spcBef>
              <a:spcAft>
                <a:spcPts val="0"/>
              </a:spcAft>
              <a:buNone/>
            </a:pPr>
            <a:r>
              <a:t/>
            </a:r>
            <a:endParaRPr b="1" sz="2800">
              <a:solidFill>
                <a:schemeClr val="dk1"/>
              </a:solidFill>
            </a:endParaRPr>
          </a:p>
        </p:txBody>
      </p:sp>
      <p:sp>
        <p:nvSpPr>
          <p:cNvPr id="241" name="Google Shape;241;p35"/>
          <p:cNvSpPr/>
          <p:nvPr/>
        </p:nvSpPr>
        <p:spPr>
          <a:xfrm>
            <a:off x="599463" y="2426925"/>
            <a:ext cx="2250600" cy="18990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5"/>
          <p:cNvSpPr/>
          <p:nvPr/>
        </p:nvSpPr>
        <p:spPr>
          <a:xfrm>
            <a:off x="3446700" y="2426925"/>
            <a:ext cx="2250600" cy="18990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5"/>
          <p:cNvSpPr/>
          <p:nvPr/>
        </p:nvSpPr>
        <p:spPr>
          <a:xfrm>
            <a:off x="6293938" y="2426925"/>
            <a:ext cx="2250600" cy="18990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5"/>
          <p:cNvSpPr txBox="1"/>
          <p:nvPr>
            <p:ph idx="1" type="subTitle"/>
          </p:nvPr>
        </p:nvSpPr>
        <p:spPr>
          <a:xfrm>
            <a:off x="821925" y="3236350"/>
            <a:ext cx="1900800" cy="8424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600"/>
              <a:buNone/>
              <a:defRPr>
                <a:solidFill>
                  <a:schemeClr val="lt1"/>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45" name="Google Shape;245;p35"/>
          <p:cNvSpPr txBox="1"/>
          <p:nvPr>
            <p:ph idx="2" type="subTitle"/>
          </p:nvPr>
        </p:nvSpPr>
        <p:spPr>
          <a:xfrm>
            <a:off x="3648725" y="3236350"/>
            <a:ext cx="1900800" cy="8424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600"/>
              <a:buNone/>
              <a:defRPr>
                <a:solidFill>
                  <a:schemeClr val="lt1"/>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46" name="Google Shape;246;p35"/>
          <p:cNvSpPr txBox="1"/>
          <p:nvPr>
            <p:ph idx="3" type="subTitle"/>
          </p:nvPr>
        </p:nvSpPr>
        <p:spPr>
          <a:xfrm>
            <a:off x="6475525" y="3236350"/>
            <a:ext cx="1900800" cy="8424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600"/>
              <a:buNone/>
              <a:defRPr>
                <a:solidFill>
                  <a:schemeClr val="lt1"/>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47" name="Google Shape;247;p35"/>
          <p:cNvSpPr txBox="1"/>
          <p:nvPr>
            <p:ph type="title"/>
          </p:nvPr>
        </p:nvSpPr>
        <p:spPr>
          <a:xfrm>
            <a:off x="832200" y="2578825"/>
            <a:ext cx="1771200" cy="657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
        <p:nvSpPr>
          <p:cNvPr id="248" name="Google Shape;248;p35"/>
          <p:cNvSpPr txBox="1"/>
          <p:nvPr>
            <p:ph idx="4" type="title"/>
          </p:nvPr>
        </p:nvSpPr>
        <p:spPr>
          <a:xfrm>
            <a:off x="3594575" y="2578825"/>
            <a:ext cx="1830600" cy="657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
        <p:nvSpPr>
          <p:cNvPr id="249" name="Google Shape;249;p35"/>
          <p:cNvSpPr txBox="1"/>
          <p:nvPr>
            <p:ph idx="5" type="title"/>
          </p:nvPr>
        </p:nvSpPr>
        <p:spPr>
          <a:xfrm>
            <a:off x="6475525" y="2578825"/>
            <a:ext cx="1900800" cy="657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
        <p:nvSpPr>
          <p:cNvPr id="250" name="Google Shape;250;p35"/>
          <p:cNvSpPr/>
          <p:nvPr/>
        </p:nvSpPr>
        <p:spPr>
          <a:xfrm>
            <a:off x="457200" y="0"/>
            <a:ext cx="914400" cy="109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5"/>
          <p:cNvSpPr txBox="1"/>
          <p:nvPr>
            <p:ph idx="6" type="title"/>
          </p:nvPr>
        </p:nvSpPr>
        <p:spPr>
          <a:xfrm>
            <a:off x="482875" y="452075"/>
            <a:ext cx="6123300" cy="9759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252" name="Google Shape;252;p35"/>
          <p:cNvPicPr preferRelativeResize="0"/>
          <p:nvPr/>
        </p:nvPicPr>
        <p:blipFill>
          <a:blip r:embed="rId2">
            <a:alphaModFix/>
          </a:blip>
          <a:stretch>
            <a:fillRect/>
          </a:stretch>
        </p:blipFill>
        <p:spPr>
          <a:xfrm>
            <a:off x="8670962" y="4692000"/>
            <a:ext cx="253575" cy="243825"/>
          </a:xfrm>
          <a:prstGeom prst="rect">
            <a:avLst/>
          </a:prstGeom>
          <a:noFill/>
          <a:ln>
            <a:noFill/>
          </a:ln>
        </p:spPr>
      </p:pic>
      <p:sp>
        <p:nvSpPr>
          <p:cNvPr id="253" name="Google Shape;253;p35"/>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254" name="Google Shape;254;p35"/>
          <p:cNvCxnSpPr/>
          <p:nvPr/>
        </p:nvCxnSpPr>
        <p:spPr>
          <a:xfrm rot="10800000">
            <a:off x="376906" y="4732654"/>
            <a:ext cx="0" cy="156900"/>
          </a:xfrm>
          <a:prstGeom prst="straightConnector1">
            <a:avLst/>
          </a:prstGeom>
          <a:noFill/>
          <a:ln cap="flat" cmpd="sng" w="9525">
            <a:solidFill>
              <a:schemeClr val="dk1"/>
            </a:solidFill>
            <a:prstDash val="solid"/>
            <a:round/>
            <a:headEnd len="med" w="med" type="none"/>
            <a:tailEnd len="med" w="med" type="none"/>
          </a:ln>
        </p:spPr>
      </p:cxnSp>
      <p:sp>
        <p:nvSpPr>
          <p:cNvPr id="255" name="Google Shape;255;p35"/>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1">
  <p:cSld name="CUSTOM_16">
    <p:spTree>
      <p:nvGrpSpPr>
        <p:cNvPr id="256" name="Shape 256"/>
        <p:cNvGrpSpPr/>
        <p:nvPr/>
      </p:nvGrpSpPr>
      <p:grpSpPr>
        <a:xfrm>
          <a:off x="0" y="0"/>
          <a:ext cx="0" cy="0"/>
          <a:chOff x="0" y="0"/>
          <a:chExt cx="0" cy="0"/>
        </a:xfrm>
      </p:grpSpPr>
      <p:pic>
        <p:nvPicPr>
          <p:cNvPr id="257" name="Google Shape;257;p36"/>
          <p:cNvPicPr preferRelativeResize="0"/>
          <p:nvPr/>
        </p:nvPicPr>
        <p:blipFill rotWithShape="1">
          <a:blip r:embed="rId2">
            <a:alphaModFix/>
          </a:blip>
          <a:srcRect b="0" l="6225" r="6217" t="0"/>
          <a:stretch/>
        </p:blipFill>
        <p:spPr>
          <a:xfrm>
            <a:off x="-41000" y="-23056"/>
            <a:ext cx="9302826" cy="5232831"/>
          </a:xfrm>
          <a:prstGeom prst="rect">
            <a:avLst/>
          </a:prstGeom>
          <a:noFill/>
          <a:ln>
            <a:noFill/>
          </a:ln>
        </p:spPr>
      </p:pic>
      <p:sp>
        <p:nvSpPr>
          <p:cNvPr id="258" name="Google Shape;258;p36"/>
          <p:cNvSpPr/>
          <p:nvPr/>
        </p:nvSpPr>
        <p:spPr>
          <a:xfrm>
            <a:off x="-41000" y="2637700"/>
            <a:ext cx="6002100" cy="1090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6"/>
          <p:cNvSpPr txBox="1"/>
          <p:nvPr>
            <p:ph type="title"/>
          </p:nvPr>
        </p:nvSpPr>
        <p:spPr>
          <a:xfrm>
            <a:off x="192100" y="2735525"/>
            <a:ext cx="6377700" cy="622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260" name="Google Shape;260;p36"/>
          <p:cNvPicPr preferRelativeResize="0"/>
          <p:nvPr/>
        </p:nvPicPr>
        <p:blipFill>
          <a:blip r:embed="rId3">
            <a:alphaModFix/>
          </a:blip>
          <a:stretch>
            <a:fillRect/>
          </a:stretch>
        </p:blipFill>
        <p:spPr>
          <a:xfrm>
            <a:off x="8679325" y="4695275"/>
            <a:ext cx="245500" cy="240775"/>
          </a:xfrm>
          <a:prstGeom prst="rect">
            <a:avLst/>
          </a:prstGeom>
          <a:noFill/>
          <a:ln>
            <a:noFill/>
          </a:ln>
        </p:spPr>
      </p:pic>
      <p:sp>
        <p:nvSpPr>
          <p:cNvPr id="261" name="Google Shape;261;p36"/>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262" name="Google Shape;262;p36"/>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263" name="Google Shape;263;p36"/>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2">
  <p:cSld name="CUSTOM_17">
    <p:spTree>
      <p:nvGrpSpPr>
        <p:cNvPr id="264" name="Shape 264"/>
        <p:cNvGrpSpPr/>
        <p:nvPr/>
      </p:nvGrpSpPr>
      <p:grpSpPr>
        <a:xfrm>
          <a:off x="0" y="0"/>
          <a:ext cx="0" cy="0"/>
          <a:chOff x="0" y="0"/>
          <a:chExt cx="0" cy="0"/>
        </a:xfrm>
      </p:grpSpPr>
      <p:pic>
        <p:nvPicPr>
          <p:cNvPr id="265" name="Google Shape;265;p37"/>
          <p:cNvPicPr preferRelativeResize="0"/>
          <p:nvPr/>
        </p:nvPicPr>
        <p:blipFill rotWithShape="1">
          <a:blip r:embed="rId2">
            <a:alphaModFix/>
          </a:blip>
          <a:srcRect b="717" l="0" r="0" t="14887"/>
          <a:stretch/>
        </p:blipFill>
        <p:spPr>
          <a:xfrm>
            <a:off x="0" y="0"/>
            <a:ext cx="9144003" cy="5143501"/>
          </a:xfrm>
          <a:prstGeom prst="rect">
            <a:avLst/>
          </a:prstGeom>
          <a:noFill/>
          <a:ln>
            <a:noFill/>
          </a:ln>
        </p:spPr>
      </p:pic>
      <p:sp>
        <p:nvSpPr>
          <p:cNvPr id="266" name="Google Shape;266;p37"/>
          <p:cNvSpPr/>
          <p:nvPr/>
        </p:nvSpPr>
        <p:spPr>
          <a:xfrm>
            <a:off x="0" y="2637700"/>
            <a:ext cx="5961300" cy="1090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7"/>
          <p:cNvSpPr txBox="1"/>
          <p:nvPr>
            <p:ph type="title"/>
          </p:nvPr>
        </p:nvSpPr>
        <p:spPr>
          <a:xfrm>
            <a:off x="192100" y="2735525"/>
            <a:ext cx="6377700" cy="622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268" name="Google Shape;268;p37"/>
          <p:cNvPicPr preferRelativeResize="0"/>
          <p:nvPr/>
        </p:nvPicPr>
        <p:blipFill>
          <a:blip r:embed="rId3">
            <a:alphaModFix/>
          </a:blip>
          <a:stretch>
            <a:fillRect/>
          </a:stretch>
        </p:blipFill>
        <p:spPr>
          <a:xfrm>
            <a:off x="8679325" y="4695275"/>
            <a:ext cx="245500" cy="240775"/>
          </a:xfrm>
          <a:prstGeom prst="rect">
            <a:avLst/>
          </a:prstGeom>
          <a:noFill/>
          <a:ln>
            <a:noFill/>
          </a:ln>
        </p:spPr>
      </p:pic>
      <p:sp>
        <p:nvSpPr>
          <p:cNvPr id="269" name="Google Shape;269;p37"/>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270" name="Google Shape;270;p37"/>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271" name="Google Shape;271;p37"/>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3">
  <p:cSld name="CUSTOM_18">
    <p:spTree>
      <p:nvGrpSpPr>
        <p:cNvPr id="272" name="Shape 272"/>
        <p:cNvGrpSpPr/>
        <p:nvPr/>
      </p:nvGrpSpPr>
      <p:grpSpPr>
        <a:xfrm>
          <a:off x="0" y="0"/>
          <a:ext cx="0" cy="0"/>
          <a:chOff x="0" y="0"/>
          <a:chExt cx="0" cy="0"/>
        </a:xfrm>
      </p:grpSpPr>
      <p:pic>
        <p:nvPicPr>
          <p:cNvPr id="273" name="Google Shape;273;p38"/>
          <p:cNvPicPr preferRelativeResize="0"/>
          <p:nvPr/>
        </p:nvPicPr>
        <p:blipFill rotWithShape="1">
          <a:blip r:embed="rId2">
            <a:alphaModFix/>
          </a:blip>
          <a:srcRect b="12663" l="0" r="0" t="3027"/>
          <a:stretch/>
        </p:blipFill>
        <p:spPr>
          <a:xfrm>
            <a:off x="0" y="0"/>
            <a:ext cx="9144003" cy="5143501"/>
          </a:xfrm>
          <a:prstGeom prst="rect">
            <a:avLst/>
          </a:prstGeom>
          <a:noFill/>
          <a:ln>
            <a:noFill/>
          </a:ln>
        </p:spPr>
      </p:pic>
      <p:sp>
        <p:nvSpPr>
          <p:cNvPr id="274" name="Google Shape;274;p38"/>
          <p:cNvSpPr/>
          <p:nvPr/>
        </p:nvSpPr>
        <p:spPr>
          <a:xfrm>
            <a:off x="0" y="2637700"/>
            <a:ext cx="5961300" cy="1090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8"/>
          <p:cNvSpPr txBox="1"/>
          <p:nvPr>
            <p:ph type="title"/>
          </p:nvPr>
        </p:nvSpPr>
        <p:spPr>
          <a:xfrm>
            <a:off x="192100" y="2735525"/>
            <a:ext cx="6377700" cy="622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276" name="Google Shape;276;p38"/>
          <p:cNvPicPr preferRelativeResize="0"/>
          <p:nvPr/>
        </p:nvPicPr>
        <p:blipFill>
          <a:blip r:embed="rId3">
            <a:alphaModFix/>
          </a:blip>
          <a:stretch>
            <a:fillRect/>
          </a:stretch>
        </p:blipFill>
        <p:spPr>
          <a:xfrm>
            <a:off x="8679325" y="4695275"/>
            <a:ext cx="245500" cy="240775"/>
          </a:xfrm>
          <a:prstGeom prst="rect">
            <a:avLst/>
          </a:prstGeom>
          <a:noFill/>
          <a:ln>
            <a:noFill/>
          </a:ln>
        </p:spPr>
      </p:pic>
      <p:sp>
        <p:nvSpPr>
          <p:cNvPr id="277" name="Google Shape;277;p38"/>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278" name="Google Shape;278;p38"/>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279" name="Google Shape;279;p38"/>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4">
  <p:cSld name="CUSTOM_19">
    <p:spTree>
      <p:nvGrpSpPr>
        <p:cNvPr id="280" name="Shape 280"/>
        <p:cNvGrpSpPr/>
        <p:nvPr/>
      </p:nvGrpSpPr>
      <p:grpSpPr>
        <a:xfrm>
          <a:off x="0" y="0"/>
          <a:ext cx="0" cy="0"/>
          <a:chOff x="0" y="0"/>
          <a:chExt cx="0" cy="0"/>
        </a:xfrm>
      </p:grpSpPr>
      <p:pic>
        <p:nvPicPr>
          <p:cNvPr id="281" name="Google Shape;281;p39"/>
          <p:cNvPicPr preferRelativeResize="0"/>
          <p:nvPr/>
        </p:nvPicPr>
        <p:blipFill rotWithShape="1">
          <a:blip r:embed="rId2">
            <a:alphaModFix/>
          </a:blip>
          <a:srcRect b="7807" l="0" r="0" t="7798"/>
          <a:stretch/>
        </p:blipFill>
        <p:spPr>
          <a:xfrm>
            <a:off x="-41000" y="-30134"/>
            <a:ext cx="9215826" cy="5183908"/>
          </a:xfrm>
          <a:prstGeom prst="rect">
            <a:avLst/>
          </a:prstGeom>
          <a:noFill/>
          <a:ln>
            <a:noFill/>
          </a:ln>
        </p:spPr>
      </p:pic>
      <p:sp>
        <p:nvSpPr>
          <p:cNvPr id="282" name="Google Shape;282;p39"/>
          <p:cNvSpPr/>
          <p:nvPr/>
        </p:nvSpPr>
        <p:spPr>
          <a:xfrm>
            <a:off x="-41000" y="2637700"/>
            <a:ext cx="6002400" cy="1090200"/>
          </a:xfrm>
          <a:prstGeom prst="rect">
            <a:avLst/>
          </a:prstGeom>
          <a:solidFill>
            <a:srgbClr val="D62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9"/>
          <p:cNvSpPr txBox="1"/>
          <p:nvPr>
            <p:ph type="title"/>
          </p:nvPr>
        </p:nvSpPr>
        <p:spPr>
          <a:xfrm>
            <a:off x="192100" y="2735525"/>
            <a:ext cx="6377700" cy="622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284" name="Google Shape;284;p39"/>
          <p:cNvPicPr preferRelativeResize="0"/>
          <p:nvPr/>
        </p:nvPicPr>
        <p:blipFill>
          <a:blip r:embed="rId3">
            <a:alphaModFix/>
          </a:blip>
          <a:stretch>
            <a:fillRect/>
          </a:stretch>
        </p:blipFill>
        <p:spPr>
          <a:xfrm>
            <a:off x="8679325" y="4695275"/>
            <a:ext cx="245500" cy="240775"/>
          </a:xfrm>
          <a:prstGeom prst="rect">
            <a:avLst/>
          </a:prstGeom>
          <a:noFill/>
          <a:ln>
            <a:noFill/>
          </a:ln>
        </p:spPr>
      </p:pic>
      <p:sp>
        <p:nvSpPr>
          <p:cNvPr id="285" name="Google Shape;285;p39"/>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286" name="Google Shape;286;p39"/>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287" name="Google Shape;287;p39"/>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5">
  <p:cSld name="CUSTOM_20">
    <p:spTree>
      <p:nvGrpSpPr>
        <p:cNvPr id="288" name="Shape 288"/>
        <p:cNvGrpSpPr/>
        <p:nvPr/>
      </p:nvGrpSpPr>
      <p:grpSpPr>
        <a:xfrm>
          <a:off x="0" y="0"/>
          <a:ext cx="0" cy="0"/>
          <a:chOff x="0" y="0"/>
          <a:chExt cx="0" cy="0"/>
        </a:xfrm>
      </p:grpSpPr>
      <p:pic>
        <p:nvPicPr>
          <p:cNvPr id="289" name="Google Shape;289;p40"/>
          <p:cNvPicPr preferRelativeResize="0"/>
          <p:nvPr/>
        </p:nvPicPr>
        <p:blipFill rotWithShape="1">
          <a:blip r:embed="rId2">
            <a:alphaModFix/>
          </a:blip>
          <a:srcRect b="0" l="0" r="0" t="0"/>
          <a:stretch/>
        </p:blipFill>
        <p:spPr>
          <a:xfrm>
            <a:off x="-41000" y="-30134"/>
            <a:ext cx="9215826" cy="5183908"/>
          </a:xfrm>
          <a:prstGeom prst="rect">
            <a:avLst/>
          </a:prstGeom>
          <a:noFill/>
          <a:ln>
            <a:noFill/>
          </a:ln>
        </p:spPr>
      </p:pic>
      <p:sp>
        <p:nvSpPr>
          <p:cNvPr id="290" name="Google Shape;290;p40"/>
          <p:cNvSpPr/>
          <p:nvPr/>
        </p:nvSpPr>
        <p:spPr>
          <a:xfrm>
            <a:off x="-41000" y="2637700"/>
            <a:ext cx="6002400" cy="1090200"/>
          </a:xfrm>
          <a:prstGeom prst="rect">
            <a:avLst/>
          </a:prstGeom>
          <a:solidFill>
            <a:srgbClr val="D62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0"/>
          <p:cNvSpPr txBox="1"/>
          <p:nvPr>
            <p:ph type="title"/>
          </p:nvPr>
        </p:nvSpPr>
        <p:spPr>
          <a:xfrm>
            <a:off x="192100" y="2735525"/>
            <a:ext cx="6377700" cy="622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pic>
        <p:nvPicPr>
          <p:cNvPr id="292" name="Google Shape;292;p40"/>
          <p:cNvPicPr preferRelativeResize="0"/>
          <p:nvPr/>
        </p:nvPicPr>
        <p:blipFill>
          <a:blip r:embed="rId3">
            <a:alphaModFix/>
          </a:blip>
          <a:stretch>
            <a:fillRect/>
          </a:stretch>
        </p:blipFill>
        <p:spPr>
          <a:xfrm>
            <a:off x="8679325" y="4695275"/>
            <a:ext cx="245500" cy="240775"/>
          </a:xfrm>
          <a:prstGeom prst="rect">
            <a:avLst/>
          </a:prstGeom>
          <a:noFill/>
          <a:ln>
            <a:noFill/>
          </a:ln>
        </p:spPr>
      </p:pic>
      <p:sp>
        <p:nvSpPr>
          <p:cNvPr id="293" name="Google Shape;293;p40"/>
          <p:cNvSpPr txBox="1"/>
          <p:nvPr/>
        </p:nvSpPr>
        <p:spPr>
          <a:xfrm>
            <a:off x="572300" y="474424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Montserrat"/>
                <a:ea typeface="Montserrat"/>
                <a:cs typeface="Montserrat"/>
                <a:sym typeface="Montserrat"/>
              </a:rPr>
              <a:t>© 2023 Cloud Native Computing Foundation</a:t>
            </a:r>
            <a:endParaRPr sz="700">
              <a:solidFill>
                <a:schemeClr val="lt1"/>
              </a:solidFill>
              <a:latin typeface="Montserrat"/>
              <a:ea typeface="Montserrat"/>
              <a:cs typeface="Montserrat"/>
              <a:sym typeface="Montserrat"/>
            </a:endParaRPr>
          </a:p>
        </p:txBody>
      </p:sp>
      <p:cxnSp>
        <p:nvCxnSpPr>
          <p:cNvPr id="294" name="Google Shape;294;p40"/>
          <p:cNvCxnSpPr/>
          <p:nvPr/>
        </p:nvCxnSpPr>
        <p:spPr>
          <a:xfrm rot="10800000">
            <a:off x="523031" y="4810817"/>
            <a:ext cx="0" cy="156900"/>
          </a:xfrm>
          <a:prstGeom prst="straightConnector1">
            <a:avLst/>
          </a:prstGeom>
          <a:noFill/>
          <a:ln cap="flat" cmpd="sng" w="9525">
            <a:solidFill>
              <a:schemeClr val="lt1"/>
            </a:solidFill>
            <a:prstDash val="solid"/>
            <a:round/>
            <a:headEnd len="med" w="med" type="none"/>
            <a:tailEnd len="med" w="med" type="none"/>
          </a:ln>
        </p:spPr>
      </p:cxnSp>
      <p:sp>
        <p:nvSpPr>
          <p:cNvPr id="295" name="Google Shape;295;p40"/>
          <p:cNvSpPr txBox="1"/>
          <p:nvPr/>
        </p:nvSpPr>
        <p:spPr>
          <a:xfrm>
            <a:off x="-41002" y="4695275"/>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lt1"/>
                </a:solidFill>
                <a:latin typeface="Montserrat Light"/>
                <a:ea typeface="Montserrat Light"/>
                <a:cs typeface="Montserrat Light"/>
                <a:sym typeface="Montserrat Light"/>
              </a:rPr>
              <a:t>‹#›</a:t>
            </a:fld>
            <a:endParaRPr sz="700">
              <a:solidFill>
                <a:schemeClr val="lt1"/>
              </a:solidFill>
              <a:latin typeface="Montserrat Light"/>
              <a:ea typeface="Montserrat Light"/>
              <a:cs typeface="Montserrat Light"/>
              <a:sym typeface="Montserrat Light"/>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6">
  <p:cSld name="CUSTOM_25">
    <p:spTree>
      <p:nvGrpSpPr>
        <p:cNvPr id="296" name="Shape 296"/>
        <p:cNvGrpSpPr/>
        <p:nvPr/>
      </p:nvGrpSpPr>
      <p:grpSpPr>
        <a:xfrm>
          <a:off x="0" y="0"/>
          <a:ext cx="0" cy="0"/>
          <a:chOff x="0" y="0"/>
          <a:chExt cx="0" cy="0"/>
        </a:xfrm>
      </p:grpSpPr>
      <p:sp>
        <p:nvSpPr>
          <p:cNvPr id="297" name="Google Shape;297;p41"/>
          <p:cNvSpPr/>
          <p:nvPr/>
        </p:nvSpPr>
        <p:spPr>
          <a:xfrm>
            <a:off x="-41000" y="2637700"/>
            <a:ext cx="6002100" cy="1090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1"/>
          <p:cNvSpPr txBox="1"/>
          <p:nvPr>
            <p:ph type="title"/>
          </p:nvPr>
        </p:nvSpPr>
        <p:spPr>
          <a:xfrm>
            <a:off x="192100" y="2735525"/>
            <a:ext cx="6377700" cy="622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7">
  <p:cSld name="CUSTOM_25_1">
    <p:spTree>
      <p:nvGrpSpPr>
        <p:cNvPr id="299" name="Shape 299"/>
        <p:cNvGrpSpPr/>
        <p:nvPr/>
      </p:nvGrpSpPr>
      <p:grpSpPr>
        <a:xfrm>
          <a:off x="0" y="0"/>
          <a:ext cx="0" cy="0"/>
          <a:chOff x="0" y="0"/>
          <a:chExt cx="0" cy="0"/>
        </a:xfrm>
      </p:grpSpPr>
      <p:sp>
        <p:nvSpPr>
          <p:cNvPr id="300" name="Google Shape;300;p42"/>
          <p:cNvSpPr/>
          <p:nvPr/>
        </p:nvSpPr>
        <p:spPr>
          <a:xfrm>
            <a:off x="-41000" y="2637700"/>
            <a:ext cx="6002100" cy="1090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2"/>
          <p:cNvSpPr txBox="1"/>
          <p:nvPr>
            <p:ph type="title"/>
          </p:nvPr>
        </p:nvSpPr>
        <p:spPr>
          <a:xfrm>
            <a:off x="192100" y="2735525"/>
            <a:ext cx="6377700" cy="622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act slide 1">
  <p:cSld name="CUSTOM_21">
    <p:spTree>
      <p:nvGrpSpPr>
        <p:cNvPr id="302" name="Shape 302"/>
        <p:cNvGrpSpPr/>
        <p:nvPr/>
      </p:nvGrpSpPr>
      <p:grpSpPr>
        <a:xfrm>
          <a:off x="0" y="0"/>
          <a:ext cx="0" cy="0"/>
          <a:chOff x="0" y="0"/>
          <a:chExt cx="0" cy="0"/>
        </a:xfrm>
      </p:grpSpPr>
      <p:sp>
        <p:nvSpPr>
          <p:cNvPr id="303" name="Google Shape;303;p43"/>
          <p:cNvSpPr/>
          <p:nvPr>
            <p:ph idx="2" type="pic"/>
          </p:nvPr>
        </p:nvSpPr>
        <p:spPr>
          <a:xfrm>
            <a:off x="-13700" y="-30825"/>
            <a:ext cx="3656700" cy="5212800"/>
          </a:xfrm>
          <a:prstGeom prst="rect">
            <a:avLst/>
          </a:prstGeom>
          <a:noFill/>
          <a:ln>
            <a:noFill/>
          </a:ln>
        </p:spPr>
      </p:sp>
      <p:sp>
        <p:nvSpPr>
          <p:cNvPr id="304" name="Google Shape;304;p43"/>
          <p:cNvSpPr/>
          <p:nvPr/>
        </p:nvSpPr>
        <p:spPr>
          <a:xfrm rot="10800000">
            <a:off x="3643000" y="-28050"/>
            <a:ext cx="5501100" cy="5212800"/>
          </a:xfrm>
          <a:prstGeom prst="rect">
            <a:avLst/>
          </a:prstGeom>
          <a:gradFill>
            <a:gsLst>
              <a:gs pos="0">
                <a:srgbClr val="0086FF"/>
              </a:gs>
              <a:gs pos="100000">
                <a:srgbClr val="27E0FB"/>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3"/>
          <p:cNvSpPr txBox="1"/>
          <p:nvPr>
            <p:ph type="ctrTitle"/>
          </p:nvPr>
        </p:nvSpPr>
        <p:spPr>
          <a:xfrm>
            <a:off x="3926526" y="2634850"/>
            <a:ext cx="3165900" cy="2052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Clr>
                <a:schemeClr val="lt1"/>
              </a:buClr>
              <a:buSzPts val="2600"/>
              <a:buNone/>
              <a:defRPr sz="2600">
                <a:solidFill>
                  <a:schemeClr val="lt1"/>
                </a:solidFill>
              </a:defRPr>
            </a:lvl2pPr>
            <a:lvl3pPr lvl="2" rtl="0">
              <a:spcBef>
                <a:spcPts val="0"/>
              </a:spcBef>
              <a:spcAft>
                <a:spcPts val="0"/>
              </a:spcAft>
              <a:buClr>
                <a:schemeClr val="lt1"/>
              </a:buClr>
              <a:buSzPts val="2600"/>
              <a:buNone/>
              <a:defRPr sz="2600">
                <a:solidFill>
                  <a:schemeClr val="lt1"/>
                </a:solidFill>
              </a:defRPr>
            </a:lvl3pPr>
            <a:lvl4pPr lvl="3" rtl="0">
              <a:spcBef>
                <a:spcPts val="0"/>
              </a:spcBef>
              <a:spcAft>
                <a:spcPts val="0"/>
              </a:spcAft>
              <a:buClr>
                <a:schemeClr val="lt1"/>
              </a:buClr>
              <a:buSzPts val="2600"/>
              <a:buNone/>
              <a:defRPr sz="2600">
                <a:solidFill>
                  <a:schemeClr val="lt1"/>
                </a:solidFill>
              </a:defRPr>
            </a:lvl4pPr>
            <a:lvl5pPr lvl="4" rtl="0">
              <a:spcBef>
                <a:spcPts val="0"/>
              </a:spcBef>
              <a:spcAft>
                <a:spcPts val="0"/>
              </a:spcAft>
              <a:buClr>
                <a:schemeClr val="lt1"/>
              </a:buClr>
              <a:buSzPts val="2600"/>
              <a:buNone/>
              <a:defRPr sz="2600">
                <a:solidFill>
                  <a:schemeClr val="lt1"/>
                </a:solidFill>
              </a:defRPr>
            </a:lvl5pPr>
            <a:lvl6pPr lvl="5" rtl="0">
              <a:spcBef>
                <a:spcPts val="0"/>
              </a:spcBef>
              <a:spcAft>
                <a:spcPts val="0"/>
              </a:spcAft>
              <a:buClr>
                <a:schemeClr val="lt1"/>
              </a:buClr>
              <a:buSzPts val="2600"/>
              <a:buNone/>
              <a:defRPr sz="2600">
                <a:solidFill>
                  <a:schemeClr val="lt1"/>
                </a:solidFill>
              </a:defRPr>
            </a:lvl6pPr>
            <a:lvl7pPr lvl="6" rtl="0">
              <a:spcBef>
                <a:spcPts val="0"/>
              </a:spcBef>
              <a:spcAft>
                <a:spcPts val="0"/>
              </a:spcAft>
              <a:buClr>
                <a:schemeClr val="lt1"/>
              </a:buClr>
              <a:buSzPts val="2600"/>
              <a:buNone/>
              <a:defRPr sz="2600">
                <a:solidFill>
                  <a:schemeClr val="lt1"/>
                </a:solidFill>
              </a:defRPr>
            </a:lvl7pPr>
            <a:lvl8pPr lvl="7" rtl="0">
              <a:spcBef>
                <a:spcPts val="0"/>
              </a:spcBef>
              <a:spcAft>
                <a:spcPts val="0"/>
              </a:spcAft>
              <a:buClr>
                <a:schemeClr val="lt1"/>
              </a:buClr>
              <a:buSzPts val="2600"/>
              <a:buNone/>
              <a:defRPr sz="2600">
                <a:solidFill>
                  <a:schemeClr val="lt1"/>
                </a:solidFill>
              </a:defRPr>
            </a:lvl8pPr>
            <a:lvl9pPr lvl="8" rtl="0">
              <a:spcBef>
                <a:spcPts val="0"/>
              </a:spcBef>
              <a:spcAft>
                <a:spcPts val="0"/>
              </a:spcAft>
              <a:buClr>
                <a:schemeClr val="lt1"/>
              </a:buClr>
              <a:buSzPts val="2600"/>
              <a:buNone/>
              <a:defRPr sz="2600">
                <a:solidFill>
                  <a:schemeClr val="lt1"/>
                </a:solidFill>
              </a:defRPr>
            </a:lvl9pPr>
          </a:lstStyle>
          <a:p/>
        </p:txBody>
      </p:sp>
      <p:sp>
        <p:nvSpPr>
          <p:cNvPr id="306" name="Google Shape;306;p43"/>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307" name="Google Shape;307;p43"/>
          <p:cNvCxnSpPr/>
          <p:nvPr/>
        </p:nvCxnSpPr>
        <p:spPr>
          <a:xfrm rot="10800000">
            <a:off x="376906" y="4732654"/>
            <a:ext cx="0" cy="156900"/>
          </a:xfrm>
          <a:prstGeom prst="straightConnector1">
            <a:avLst/>
          </a:prstGeom>
          <a:noFill/>
          <a:ln cap="flat" cmpd="sng" w="9525">
            <a:solidFill>
              <a:schemeClr val="dk2"/>
            </a:solidFill>
            <a:prstDash val="solid"/>
            <a:round/>
            <a:headEnd len="med" w="med" type="none"/>
            <a:tailEnd len="med" w="med" type="none"/>
          </a:ln>
        </p:spPr>
      </p:cxnSp>
      <p:sp>
        <p:nvSpPr>
          <p:cNvPr id="308" name="Google Shape;308;p43"/>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pic>
        <p:nvPicPr>
          <p:cNvPr id="309" name="Google Shape;309;p43"/>
          <p:cNvPicPr preferRelativeResize="0"/>
          <p:nvPr/>
        </p:nvPicPr>
        <p:blipFill>
          <a:blip r:embed="rId2">
            <a:alphaModFix/>
          </a:blip>
          <a:stretch>
            <a:fillRect/>
          </a:stretch>
        </p:blipFill>
        <p:spPr>
          <a:xfrm>
            <a:off x="8679325" y="4695275"/>
            <a:ext cx="245500" cy="24077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act slide 2">
  <p:cSld name="CUSTOM_21_1">
    <p:spTree>
      <p:nvGrpSpPr>
        <p:cNvPr id="310" name="Shape 310"/>
        <p:cNvGrpSpPr/>
        <p:nvPr/>
      </p:nvGrpSpPr>
      <p:grpSpPr>
        <a:xfrm>
          <a:off x="0" y="0"/>
          <a:ext cx="0" cy="0"/>
          <a:chOff x="0" y="0"/>
          <a:chExt cx="0" cy="0"/>
        </a:xfrm>
      </p:grpSpPr>
      <p:sp>
        <p:nvSpPr>
          <p:cNvPr id="311" name="Google Shape;311;p44"/>
          <p:cNvSpPr/>
          <p:nvPr>
            <p:ph idx="2" type="pic"/>
          </p:nvPr>
        </p:nvSpPr>
        <p:spPr>
          <a:xfrm>
            <a:off x="-13700" y="-30825"/>
            <a:ext cx="3656700" cy="5212800"/>
          </a:xfrm>
          <a:prstGeom prst="rect">
            <a:avLst/>
          </a:prstGeom>
          <a:noFill/>
          <a:ln>
            <a:noFill/>
          </a:ln>
        </p:spPr>
      </p:sp>
      <p:sp>
        <p:nvSpPr>
          <p:cNvPr id="312" name="Google Shape;312;p44"/>
          <p:cNvSpPr/>
          <p:nvPr/>
        </p:nvSpPr>
        <p:spPr>
          <a:xfrm rot="10800000">
            <a:off x="3643000" y="-28050"/>
            <a:ext cx="5501100" cy="5212800"/>
          </a:xfrm>
          <a:prstGeom prst="rect">
            <a:avLst/>
          </a:prstGeom>
          <a:gradFill>
            <a:gsLst>
              <a:gs pos="0">
                <a:srgbClr val="D62293"/>
              </a:gs>
              <a:gs pos="100000">
                <a:srgbClr val="F88167"/>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4"/>
          <p:cNvSpPr txBox="1"/>
          <p:nvPr>
            <p:ph type="ctrTitle"/>
          </p:nvPr>
        </p:nvSpPr>
        <p:spPr>
          <a:xfrm>
            <a:off x="3926526" y="2634850"/>
            <a:ext cx="3165900" cy="2052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600"/>
              <a:buNone/>
              <a:defRPr>
                <a:solidFill>
                  <a:schemeClr val="lt1"/>
                </a:solidFill>
              </a:defRPr>
            </a:lvl1pPr>
            <a:lvl2pPr lvl="1" rtl="0">
              <a:spcBef>
                <a:spcPts val="0"/>
              </a:spcBef>
              <a:spcAft>
                <a:spcPts val="0"/>
              </a:spcAft>
              <a:buClr>
                <a:schemeClr val="lt1"/>
              </a:buClr>
              <a:buSzPts val="2600"/>
              <a:buNone/>
              <a:defRPr sz="2600">
                <a:solidFill>
                  <a:schemeClr val="lt1"/>
                </a:solidFill>
              </a:defRPr>
            </a:lvl2pPr>
            <a:lvl3pPr lvl="2" rtl="0">
              <a:spcBef>
                <a:spcPts val="0"/>
              </a:spcBef>
              <a:spcAft>
                <a:spcPts val="0"/>
              </a:spcAft>
              <a:buClr>
                <a:schemeClr val="lt1"/>
              </a:buClr>
              <a:buSzPts val="2600"/>
              <a:buNone/>
              <a:defRPr sz="2600">
                <a:solidFill>
                  <a:schemeClr val="lt1"/>
                </a:solidFill>
              </a:defRPr>
            </a:lvl3pPr>
            <a:lvl4pPr lvl="3" rtl="0">
              <a:spcBef>
                <a:spcPts val="0"/>
              </a:spcBef>
              <a:spcAft>
                <a:spcPts val="0"/>
              </a:spcAft>
              <a:buClr>
                <a:schemeClr val="lt1"/>
              </a:buClr>
              <a:buSzPts val="2600"/>
              <a:buNone/>
              <a:defRPr sz="2600">
                <a:solidFill>
                  <a:schemeClr val="lt1"/>
                </a:solidFill>
              </a:defRPr>
            </a:lvl4pPr>
            <a:lvl5pPr lvl="4" rtl="0">
              <a:spcBef>
                <a:spcPts val="0"/>
              </a:spcBef>
              <a:spcAft>
                <a:spcPts val="0"/>
              </a:spcAft>
              <a:buClr>
                <a:schemeClr val="lt1"/>
              </a:buClr>
              <a:buSzPts val="2600"/>
              <a:buNone/>
              <a:defRPr sz="2600">
                <a:solidFill>
                  <a:schemeClr val="lt1"/>
                </a:solidFill>
              </a:defRPr>
            </a:lvl5pPr>
            <a:lvl6pPr lvl="5" rtl="0">
              <a:spcBef>
                <a:spcPts val="0"/>
              </a:spcBef>
              <a:spcAft>
                <a:spcPts val="0"/>
              </a:spcAft>
              <a:buClr>
                <a:schemeClr val="lt1"/>
              </a:buClr>
              <a:buSzPts val="2600"/>
              <a:buNone/>
              <a:defRPr sz="2600">
                <a:solidFill>
                  <a:schemeClr val="lt1"/>
                </a:solidFill>
              </a:defRPr>
            </a:lvl6pPr>
            <a:lvl7pPr lvl="6" rtl="0">
              <a:spcBef>
                <a:spcPts val="0"/>
              </a:spcBef>
              <a:spcAft>
                <a:spcPts val="0"/>
              </a:spcAft>
              <a:buClr>
                <a:schemeClr val="lt1"/>
              </a:buClr>
              <a:buSzPts val="2600"/>
              <a:buNone/>
              <a:defRPr sz="2600">
                <a:solidFill>
                  <a:schemeClr val="lt1"/>
                </a:solidFill>
              </a:defRPr>
            </a:lvl7pPr>
            <a:lvl8pPr lvl="7" rtl="0">
              <a:spcBef>
                <a:spcPts val="0"/>
              </a:spcBef>
              <a:spcAft>
                <a:spcPts val="0"/>
              </a:spcAft>
              <a:buClr>
                <a:schemeClr val="lt1"/>
              </a:buClr>
              <a:buSzPts val="2600"/>
              <a:buNone/>
              <a:defRPr sz="2600">
                <a:solidFill>
                  <a:schemeClr val="lt1"/>
                </a:solidFill>
              </a:defRPr>
            </a:lvl8pPr>
            <a:lvl9pPr lvl="8" rtl="0">
              <a:spcBef>
                <a:spcPts val="0"/>
              </a:spcBef>
              <a:spcAft>
                <a:spcPts val="0"/>
              </a:spcAft>
              <a:buClr>
                <a:schemeClr val="lt1"/>
              </a:buClr>
              <a:buSzPts val="2600"/>
              <a:buNone/>
              <a:defRPr sz="2600">
                <a:solidFill>
                  <a:schemeClr val="lt1"/>
                </a:solidFill>
              </a:defRPr>
            </a:lvl9pPr>
          </a:lstStyle>
          <a:p/>
        </p:txBody>
      </p:sp>
      <p:sp>
        <p:nvSpPr>
          <p:cNvPr id="314" name="Google Shape;314;p44"/>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solidFill>
                <a:schemeClr val="dk1"/>
              </a:solidFill>
              <a:latin typeface="Montserrat"/>
              <a:ea typeface="Montserrat"/>
              <a:cs typeface="Montserrat"/>
              <a:sym typeface="Montserrat"/>
            </a:endParaRPr>
          </a:p>
        </p:txBody>
      </p:sp>
      <p:cxnSp>
        <p:nvCxnSpPr>
          <p:cNvPr id="315" name="Google Shape;315;p44"/>
          <p:cNvCxnSpPr/>
          <p:nvPr/>
        </p:nvCxnSpPr>
        <p:spPr>
          <a:xfrm rot="10800000">
            <a:off x="376906" y="4732654"/>
            <a:ext cx="0" cy="156900"/>
          </a:xfrm>
          <a:prstGeom prst="straightConnector1">
            <a:avLst/>
          </a:prstGeom>
          <a:noFill/>
          <a:ln cap="flat" cmpd="sng" w="9525">
            <a:solidFill>
              <a:schemeClr val="dk2"/>
            </a:solidFill>
            <a:prstDash val="solid"/>
            <a:round/>
            <a:headEnd len="med" w="med" type="none"/>
            <a:tailEnd len="med" w="med" type="none"/>
          </a:ln>
        </p:spPr>
      </p:cxnSp>
      <p:sp>
        <p:nvSpPr>
          <p:cNvPr id="316" name="Google Shape;316;p44"/>
          <p:cNvSpPr txBox="1"/>
          <p:nvPr/>
        </p:nvSpPr>
        <p:spPr>
          <a:xfrm>
            <a:off x="-187127" y="4617113"/>
            <a:ext cx="5190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None/>
            </a:pPr>
            <a:fld id="{00000000-1234-1234-1234-123412341234}" type="slidenum">
              <a:rPr lang="en" sz="700">
                <a:solidFill>
                  <a:schemeClr val="dk1"/>
                </a:solidFill>
                <a:latin typeface="Montserrat Light"/>
                <a:ea typeface="Montserrat Light"/>
                <a:cs typeface="Montserrat Light"/>
                <a:sym typeface="Montserrat Light"/>
              </a:rPr>
              <a:t>‹#›</a:t>
            </a:fld>
            <a:endParaRPr sz="700">
              <a:solidFill>
                <a:schemeClr val="dk1"/>
              </a:solidFill>
              <a:latin typeface="Montserrat Light"/>
              <a:ea typeface="Montserrat Light"/>
              <a:cs typeface="Montserrat Light"/>
              <a:sym typeface="Montserrat Light"/>
            </a:endParaRPr>
          </a:p>
        </p:txBody>
      </p:sp>
      <p:pic>
        <p:nvPicPr>
          <p:cNvPr id="317" name="Google Shape;317;p44"/>
          <p:cNvPicPr preferRelativeResize="0"/>
          <p:nvPr/>
        </p:nvPicPr>
        <p:blipFill>
          <a:blip r:embed="rId2">
            <a:alphaModFix/>
          </a:blip>
          <a:stretch>
            <a:fillRect/>
          </a:stretch>
        </p:blipFill>
        <p:spPr>
          <a:xfrm>
            <a:off x="8679325" y="4695275"/>
            <a:ext cx="245500" cy="2407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1">
  <p:cSld name="CUSTOM_22">
    <p:spTree>
      <p:nvGrpSpPr>
        <p:cNvPr id="318" name="Shape 318"/>
        <p:cNvGrpSpPr/>
        <p:nvPr/>
      </p:nvGrpSpPr>
      <p:grpSpPr>
        <a:xfrm>
          <a:off x="0" y="0"/>
          <a:ext cx="0" cy="0"/>
          <a:chOff x="0" y="0"/>
          <a:chExt cx="0" cy="0"/>
        </a:xfrm>
      </p:grpSpPr>
      <p:sp>
        <p:nvSpPr>
          <p:cNvPr id="319" name="Google Shape;319;p45"/>
          <p:cNvSpPr/>
          <p:nvPr/>
        </p:nvSpPr>
        <p:spPr>
          <a:xfrm rot="10800000">
            <a:off x="-38300" y="-28050"/>
            <a:ext cx="9182400" cy="5212800"/>
          </a:xfrm>
          <a:prstGeom prst="rect">
            <a:avLst/>
          </a:prstGeom>
          <a:gradFill>
            <a:gsLst>
              <a:gs pos="0">
                <a:srgbClr val="0086FF"/>
              </a:gs>
              <a:gs pos="100000">
                <a:srgbClr val="27E0FB"/>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5"/>
          <p:cNvSpPr txBox="1"/>
          <p:nvPr>
            <p:ph type="title"/>
          </p:nvPr>
        </p:nvSpPr>
        <p:spPr>
          <a:xfrm>
            <a:off x="292600" y="1964750"/>
            <a:ext cx="85206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4000"/>
              <a:buNone/>
              <a:defRPr sz="4000">
                <a:solidFill>
                  <a:schemeClr val="lt1"/>
                </a:solidFill>
              </a:defRPr>
            </a:lvl1pPr>
            <a:lvl2pPr lvl="1" rtl="0">
              <a:spcBef>
                <a:spcPts val="0"/>
              </a:spcBef>
              <a:spcAft>
                <a:spcPts val="0"/>
              </a:spcAft>
              <a:buSzPts val="4000"/>
              <a:buFont typeface="Montserrat"/>
              <a:buNone/>
              <a:defRPr b="1" sz="4000">
                <a:latin typeface="Montserrat"/>
                <a:ea typeface="Montserrat"/>
                <a:cs typeface="Montserrat"/>
                <a:sym typeface="Montserrat"/>
              </a:defRPr>
            </a:lvl2pPr>
            <a:lvl3pPr lvl="2" rtl="0">
              <a:spcBef>
                <a:spcPts val="0"/>
              </a:spcBef>
              <a:spcAft>
                <a:spcPts val="0"/>
              </a:spcAft>
              <a:buSzPts val="4000"/>
              <a:buFont typeface="Montserrat"/>
              <a:buNone/>
              <a:defRPr b="1" sz="4000">
                <a:latin typeface="Montserrat"/>
                <a:ea typeface="Montserrat"/>
                <a:cs typeface="Montserrat"/>
                <a:sym typeface="Montserrat"/>
              </a:defRPr>
            </a:lvl3pPr>
            <a:lvl4pPr lvl="3" rtl="0">
              <a:spcBef>
                <a:spcPts val="0"/>
              </a:spcBef>
              <a:spcAft>
                <a:spcPts val="0"/>
              </a:spcAft>
              <a:buSzPts val="4000"/>
              <a:buFont typeface="Montserrat"/>
              <a:buNone/>
              <a:defRPr b="1" sz="4000">
                <a:latin typeface="Montserrat"/>
                <a:ea typeface="Montserrat"/>
                <a:cs typeface="Montserrat"/>
                <a:sym typeface="Montserrat"/>
              </a:defRPr>
            </a:lvl4pPr>
            <a:lvl5pPr lvl="4" rtl="0">
              <a:spcBef>
                <a:spcPts val="0"/>
              </a:spcBef>
              <a:spcAft>
                <a:spcPts val="0"/>
              </a:spcAft>
              <a:buSzPts val="4000"/>
              <a:buFont typeface="Montserrat"/>
              <a:buNone/>
              <a:defRPr b="1" sz="4000">
                <a:latin typeface="Montserrat"/>
                <a:ea typeface="Montserrat"/>
                <a:cs typeface="Montserrat"/>
                <a:sym typeface="Montserrat"/>
              </a:defRPr>
            </a:lvl5pPr>
            <a:lvl6pPr lvl="5" rtl="0">
              <a:spcBef>
                <a:spcPts val="0"/>
              </a:spcBef>
              <a:spcAft>
                <a:spcPts val="0"/>
              </a:spcAft>
              <a:buSzPts val="4000"/>
              <a:buFont typeface="Montserrat"/>
              <a:buNone/>
              <a:defRPr b="1" sz="4000">
                <a:latin typeface="Montserrat"/>
                <a:ea typeface="Montserrat"/>
                <a:cs typeface="Montserrat"/>
                <a:sym typeface="Montserrat"/>
              </a:defRPr>
            </a:lvl6pPr>
            <a:lvl7pPr lvl="6" rtl="0">
              <a:spcBef>
                <a:spcPts val="0"/>
              </a:spcBef>
              <a:spcAft>
                <a:spcPts val="0"/>
              </a:spcAft>
              <a:buSzPts val="4000"/>
              <a:buFont typeface="Montserrat"/>
              <a:buNone/>
              <a:defRPr b="1" sz="4000">
                <a:latin typeface="Montserrat"/>
                <a:ea typeface="Montserrat"/>
                <a:cs typeface="Montserrat"/>
                <a:sym typeface="Montserrat"/>
              </a:defRPr>
            </a:lvl7pPr>
            <a:lvl8pPr lvl="7" rtl="0">
              <a:spcBef>
                <a:spcPts val="0"/>
              </a:spcBef>
              <a:spcAft>
                <a:spcPts val="0"/>
              </a:spcAft>
              <a:buSzPts val="4000"/>
              <a:buFont typeface="Montserrat"/>
              <a:buNone/>
              <a:defRPr b="1" sz="4000">
                <a:latin typeface="Montserrat"/>
                <a:ea typeface="Montserrat"/>
                <a:cs typeface="Montserrat"/>
                <a:sym typeface="Montserrat"/>
              </a:defRPr>
            </a:lvl8pPr>
            <a:lvl9pPr lvl="8" rtl="0">
              <a:spcBef>
                <a:spcPts val="0"/>
              </a:spcBef>
              <a:spcAft>
                <a:spcPts val="0"/>
              </a:spcAft>
              <a:buSzPts val="4000"/>
              <a:buFont typeface="Montserrat"/>
              <a:buNone/>
              <a:defRPr b="1" sz="4000">
                <a:latin typeface="Montserrat"/>
                <a:ea typeface="Montserrat"/>
                <a:cs typeface="Montserrat"/>
                <a:sym typeface="Montserrat"/>
              </a:defRPr>
            </a:lvl9pPr>
          </a:lstStyle>
          <a:p/>
        </p:txBody>
      </p:sp>
      <p:pic>
        <p:nvPicPr>
          <p:cNvPr id="321" name="Google Shape;321;p45"/>
          <p:cNvPicPr preferRelativeResize="0"/>
          <p:nvPr/>
        </p:nvPicPr>
        <p:blipFill rotWithShape="1">
          <a:blip r:embed="rId2">
            <a:alphaModFix/>
          </a:blip>
          <a:srcRect b="-40619" l="-6494" r="-6246" t="-11172"/>
          <a:stretch/>
        </p:blipFill>
        <p:spPr>
          <a:xfrm>
            <a:off x="3213848" y="719200"/>
            <a:ext cx="2678095" cy="57270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2">
  <p:cSld name="CUSTOM_23">
    <p:spTree>
      <p:nvGrpSpPr>
        <p:cNvPr id="322" name="Shape 322"/>
        <p:cNvGrpSpPr/>
        <p:nvPr/>
      </p:nvGrpSpPr>
      <p:grpSpPr>
        <a:xfrm>
          <a:off x="0" y="0"/>
          <a:ext cx="0" cy="0"/>
          <a:chOff x="0" y="0"/>
          <a:chExt cx="0" cy="0"/>
        </a:xfrm>
      </p:grpSpPr>
      <p:sp>
        <p:nvSpPr>
          <p:cNvPr id="323" name="Google Shape;323;p46"/>
          <p:cNvSpPr/>
          <p:nvPr/>
        </p:nvSpPr>
        <p:spPr>
          <a:xfrm rot="10800000">
            <a:off x="-38400" y="-28050"/>
            <a:ext cx="9223500" cy="5212800"/>
          </a:xfrm>
          <a:prstGeom prst="rect">
            <a:avLst/>
          </a:prstGeom>
          <a:gradFill>
            <a:gsLst>
              <a:gs pos="0">
                <a:srgbClr val="D62293"/>
              </a:gs>
              <a:gs pos="100000">
                <a:srgbClr val="F88167"/>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6"/>
          <p:cNvSpPr txBox="1"/>
          <p:nvPr>
            <p:ph type="title"/>
          </p:nvPr>
        </p:nvSpPr>
        <p:spPr>
          <a:xfrm>
            <a:off x="292600" y="1954475"/>
            <a:ext cx="85206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4000"/>
              <a:buNone/>
              <a:defRPr sz="4000">
                <a:solidFill>
                  <a:schemeClr val="lt1"/>
                </a:solidFill>
              </a:defRPr>
            </a:lvl1pPr>
            <a:lvl2pPr lvl="1" rtl="0">
              <a:spcBef>
                <a:spcPts val="0"/>
              </a:spcBef>
              <a:spcAft>
                <a:spcPts val="0"/>
              </a:spcAft>
              <a:buSzPts val="4000"/>
              <a:buFont typeface="Montserrat"/>
              <a:buNone/>
              <a:defRPr b="1" sz="4000">
                <a:latin typeface="Montserrat"/>
                <a:ea typeface="Montserrat"/>
                <a:cs typeface="Montserrat"/>
                <a:sym typeface="Montserrat"/>
              </a:defRPr>
            </a:lvl2pPr>
            <a:lvl3pPr lvl="2" rtl="0">
              <a:spcBef>
                <a:spcPts val="0"/>
              </a:spcBef>
              <a:spcAft>
                <a:spcPts val="0"/>
              </a:spcAft>
              <a:buSzPts val="4000"/>
              <a:buFont typeface="Montserrat"/>
              <a:buNone/>
              <a:defRPr b="1" sz="4000">
                <a:latin typeface="Montserrat"/>
                <a:ea typeface="Montserrat"/>
                <a:cs typeface="Montserrat"/>
                <a:sym typeface="Montserrat"/>
              </a:defRPr>
            </a:lvl3pPr>
            <a:lvl4pPr lvl="3" rtl="0">
              <a:spcBef>
                <a:spcPts val="0"/>
              </a:spcBef>
              <a:spcAft>
                <a:spcPts val="0"/>
              </a:spcAft>
              <a:buSzPts val="4000"/>
              <a:buFont typeface="Montserrat"/>
              <a:buNone/>
              <a:defRPr b="1" sz="4000">
                <a:latin typeface="Montserrat"/>
                <a:ea typeface="Montserrat"/>
                <a:cs typeface="Montserrat"/>
                <a:sym typeface="Montserrat"/>
              </a:defRPr>
            </a:lvl4pPr>
            <a:lvl5pPr lvl="4" rtl="0">
              <a:spcBef>
                <a:spcPts val="0"/>
              </a:spcBef>
              <a:spcAft>
                <a:spcPts val="0"/>
              </a:spcAft>
              <a:buSzPts val="4000"/>
              <a:buFont typeface="Montserrat"/>
              <a:buNone/>
              <a:defRPr b="1" sz="4000">
                <a:latin typeface="Montserrat"/>
                <a:ea typeface="Montserrat"/>
                <a:cs typeface="Montserrat"/>
                <a:sym typeface="Montserrat"/>
              </a:defRPr>
            </a:lvl5pPr>
            <a:lvl6pPr lvl="5" rtl="0">
              <a:spcBef>
                <a:spcPts val="0"/>
              </a:spcBef>
              <a:spcAft>
                <a:spcPts val="0"/>
              </a:spcAft>
              <a:buSzPts val="4000"/>
              <a:buFont typeface="Montserrat"/>
              <a:buNone/>
              <a:defRPr b="1" sz="4000">
                <a:latin typeface="Montserrat"/>
                <a:ea typeface="Montserrat"/>
                <a:cs typeface="Montserrat"/>
                <a:sym typeface="Montserrat"/>
              </a:defRPr>
            </a:lvl6pPr>
            <a:lvl7pPr lvl="6" rtl="0">
              <a:spcBef>
                <a:spcPts val="0"/>
              </a:spcBef>
              <a:spcAft>
                <a:spcPts val="0"/>
              </a:spcAft>
              <a:buSzPts val="4000"/>
              <a:buFont typeface="Montserrat"/>
              <a:buNone/>
              <a:defRPr b="1" sz="4000">
                <a:latin typeface="Montserrat"/>
                <a:ea typeface="Montserrat"/>
                <a:cs typeface="Montserrat"/>
                <a:sym typeface="Montserrat"/>
              </a:defRPr>
            </a:lvl7pPr>
            <a:lvl8pPr lvl="7" rtl="0">
              <a:spcBef>
                <a:spcPts val="0"/>
              </a:spcBef>
              <a:spcAft>
                <a:spcPts val="0"/>
              </a:spcAft>
              <a:buSzPts val="4000"/>
              <a:buFont typeface="Montserrat"/>
              <a:buNone/>
              <a:defRPr b="1" sz="4000">
                <a:latin typeface="Montserrat"/>
                <a:ea typeface="Montserrat"/>
                <a:cs typeface="Montserrat"/>
                <a:sym typeface="Montserrat"/>
              </a:defRPr>
            </a:lvl8pPr>
            <a:lvl9pPr lvl="8" rtl="0">
              <a:spcBef>
                <a:spcPts val="0"/>
              </a:spcBef>
              <a:spcAft>
                <a:spcPts val="0"/>
              </a:spcAft>
              <a:buSzPts val="4000"/>
              <a:buFont typeface="Montserrat"/>
              <a:buNone/>
              <a:defRPr b="1" sz="4000">
                <a:latin typeface="Montserrat"/>
                <a:ea typeface="Montserrat"/>
                <a:cs typeface="Montserrat"/>
                <a:sym typeface="Montserrat"/>
              </a:defRPr>
            </a:lvl9pPr>
          </a:lstStyle>
          <a:p/>
        </p:txBody>
      </p:sp>
      <p:pic>
        <p:nvPicPr>
          <p:cNvPr id="325" name="Google Shape;325;p46"/>
          <p:cNvPicPr preferRelativeResize="0"/>
          <p:nvPr/>
        </p:nvPicPr>
        <p:blipFill rotWithShape="1">
          <a:blip r:embed="rId2">
            <a:alphaModFix/>
          </a:blip>
          <a:srcRect b="-40619" l="-6494" r="-6246" t="-11172"/>
          <a:stretch/>
        </p:blipFill>
        <p:spPr>
          <a:xfrm>
            <a:off x="3213848" y="719200"/>
            <a:ext cx="2678095" cy="57270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text">
  <p:cSld name="CUSTOM_24">
    <p:spTree>
      <p:nvGrpSpPr>
        <p:cNvPr id="326" name="Shape 326"/>
        <p:cNvGrpSpPr/>
        <p:nvPr/>
      </p:nvGrpSpPr>
      <p:grpSpPr>
        <a:xfrm>
          <a:off x="0" y="0"/>
          <a:ext cx="0" cy="0"/>
          <a:chOff x="0" y="0"/>
          <a:chExt cx="0" cy="0"/>
        </a:xfrm>
      </p:grpSpPr>
      <p:sp>
        <p:nvSpPr>
          <p:cNvPr id="327" name="Google Shape;327;p4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a:latin typeface="Montserrat"/>
                <a:ea typeface="Montserrat"/>
                <a:cs typeface="Montserrat"/>
                <a:sym typeface="Montserrat"/>
              </a:defRPr>
            </a:lvl1pPr>
            <a:lvl2pPr lvl="1" rtl="0">
              <a:spcBef>
                <a:spcPts val="0"/>
              </a:spcBef>
              <a:spcAft>
                <a:spcPts val="0"/>
              </a:spcAft>
              <a:buSzPts val="2800"/>
              <a:buNone/>
              <a:defRPr>
                <a:latin typeface="Montserrat"/>
                <a:ea typeface="Montserrat"/>
                <a:cs typeface="Montserrat"/>
                <a:sym typeface="Montserrat"/>
              </a:defRPr>
            </a:lvl2pPr>
            <a:lvl3pPr lvl="2" rtl="0">
              <a:spcBef>
                <a:spcPts val="0"/>
              </a:spcBef>
              <a:spcAft>
                <a:spcPts val="0"/>
              </a:spcAft>
              <a:buSzPts val="2800"/>
              <a:buNone/>
              <a:defRPr>
                <a:latin typeface="Montserrat"/>
                <a:ea typeface="Montserrat"/>
                <a:cs typeface="Montserrat"/>
                <a:sym typeface="Montserrat"/>
              </a:defRPr>
            </a:lvl3pPr>
            <a:lvl4pPr lvl="3" rtl="0">
              <a:spcBef>
                <a:spcPts val="0"/>
              </a:spcBef>
              <a:spcAft>
                <a:spcPts val="0"/>
              </a:spcAft>
              <a:buSzPts val="2800"/>
              <a:buNone/>
              <a:defRPr>
                <a:latin typeface="Montserrat"/>
                <a:ea typeface="Montserrat"/>
                <a:cs typeface="Montserrat"/>
                <a:sym typeface="Montserrat"/>
              </a:defRPr>
            </a:lvl4pPr>
            <a:lvl5pPr lvl="4" rtl="0">
              <a:spcBef>
                <a:spcPts val="0"/>
              </a:spcBef>
              <a:spcAft>
                <a:spcPts val="0"/>
              </a:spcAft>
              <a:buSzPts val="2800"/>
              <a:buNone/>
              <a:defRPr>
                <a:latin typeface="Montserrat"/>
                <a:ea typeface="Montserrat"/>
                <a:cs typeface="Montserrat"/>
                <a:sym typeface="Montserrat"/>
              </a:defRPr>
            </a:lvl5pPr>
            <a:lvl6pPr lvl="5" rtl="0">
              <a:spcBef>
                <a:spcPts val="0"/>
              </a:spcBef>
              <a:spcAft>
                <a:spcPts val="0"/>
              </a:spcAft>
              <a:buSzPts val="2800"/>
              <a:buNone/>
              <a:defRPr>
                <a:latin typeface="Montserrat"/>
                <a:ea typeface="Montserrat"/>
                <a:cs typeface="Montserrat"/>
                <a:sym typeface="Montserrat"/>
              </a:defRPr>
            </a:lvl6pPr>
            <a:lvl7pPr lvl="6" rtl="0">
              <a:spcBef>
                <a:spcPts val="0"/>
              </a:spcBef>
              <a:spcAft>
                <a:spcPts val="0"/>
              </a:spcAft>
              <a:buSzPts val="2800"/>
              <a:buNone/>
              <a:defRPr>
                <a:latin typeface="Montserrat"/>
                <a:ea typeface="Montserrat"/>
                <a:cs typeface="Montserrat"/>
                <a:sym typeface="Montserrat"/>
              </a:defRPr>
            </a:lvl7pPr>
            <a:lvl8pPr lvl="7" rtl="0">
              <a:spcBef>
                <a:spcPts val="0"/>
              </a:spcBef>
              <a:spcAft>
                <a:spcPts val="0"/>
              </a:spcAft>
              <a:buSzPts val="2800"/>
              <a:buNone/>
              <a:defRPr>
                <a:latin typeface="Montserrat"/>
                <a:ea typeface="Montserrat"/>
                <a:cs typeface="Montserrat"/>
                <a:sym typeface="Montserrat"/>
              </a:defRPr>
            </a:lvl8pPr>
            <a:lvl9pPr lvl="8" rtl="0">
              <a:spcBef>
                <a:spcPts val="0"/>
              </a:spcBef>
              <a:spcAft>
                <a:spcPts val="0"/>
              </a:spcAft>
              <a:buSzPts val="2800"/>
              <a:buNone/>
              <a:defRPr>
                <a:latin typeface="Montserrat"/>
                <a:ea typeface="Montserrat"/>
                <a:cs typeface="Montserrat"/>
                <a:sym typeface="Montserrat"/>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ckground">
  <p:cSld name="2_White">
    <p:bg>
      <p:bgPr>
        <a:solidFill>
          <a:schemeClr val="lt1"/>
        </a:solidFill>
      </p:bgPr>
    </p:bg>
    <p:spTree>
      <p:nvGrpSpPr>
        <p:cNvPr id="328" name="Shape 328"/>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nk] Headshots">
  <p:cSld name="SECTION_TITLE_AND_DESCRIPTION">
    <p:spTree>
      <p:nvGrpSpPr>
        <p:cNvPr id="329" name="Shape 329"/>
        <p:cNvGrpSpPr/>
        <p:nvPr/>
      </p:nvGrpSpPr>
      <p:grpSpPr>
        <a:xfrm>
          <a:off x="0" y="0"/>
          <a:ext cx="0" cy="0"/>
          <a:chOff x="0" y="0"/>
          <a:chExt cx="0" cy="0"/>
        </a:xfrm>
      </p:grpSpPr>
      <p:sp>
        <p:nvSpPr>
          <p:cNvPr id="330" name="Google Shape;330;p49"/>
          <p:cNvSpPr/>
          <p:nvPr>
            <p:ph idx="2" type="pic"/>
          </p:nvPr>
        </p:nvSpPr>
        <p:spPr>
          <a:xfrm>
            <a:off x="3719075" y="1320475"/>
            <a:ext cx="1808700" cy="1808700"/>
          </a:xfrm>
          <a:prstGeom prst="ellipse">
            <a:avLst/>
          </a:prstGeom>
          <a:noFill/>
          <a:ln>
            <a:noFill/>
          </a:ln>
        </p:spPr>
      </p:sp>
      <p:sp>
        <p:nvSpPr>
          <p:cNvPr id="331" name="Google Shape;331;p49"/>
          <p:cNvSpPr/>
          <p:nvPr>
            <p:ph idx="3" type="pic"/>
          </p:nvPr>
        </p:nvSpPr>
        <p:spPr>
          <a:xfrm>
            <a:off x="6599950" y="1320475"/>
            <a:ext cx="1808700" cy="1808700"/>
          </a:xfrm>
          <a:prstGeom prst="ellipse">
            <a:avLst/>
          </a:prstGeom>
          <a:noFill/>
          <a:ln>
            <a:noFill/>
          </a:ln>
        </p:spPr>
      </p:sp>
      <p:sp>
        <p:nvSpPr>
          <p:cNvPr id="332" name="Google Shape;332;p49"/>
          <p:cNvSpPr/>
          <p:nvPr>
            <p:ph idx="4" type="pic"/>
          </p:nvPr>
        </p:nvSpPr>
        <p:spPr>
          <a:xfrm>
            <a:off x="838200" y="1320475"/>
            <a:ext cx="1808700" cy="1808700"/>
          </a:xfrm>
          <a:prstGeom prst="ellipse">
            <a:avLst/>
          </a:prstGeom>
          <a:noFill/>
          <a:ln>
            <a:noFill/>
          </a:ln>
        </p:spPr>
      </p:sp>
      <p:pic>
        <p:nvPicPr>
          <p:cNvPr id="333" name="Google Shape;333;p49"/>
          <p:cNvPicPr preferRelativeResize="0"/>
          <p:nvPr/>
        </p:nvPicPr>
        <p:blipFill>
          <a:blip r:embed="rId2">
            <a:alphaModFix/>
          </a:blip>
          <a:stretch>
            <a:fillRect/>
          </a:stretch>
        </p:blipFill>
        <p:spPr>
          <a:xfrm>
            <a:off x="8483812" y="4788005"/>
            <a:ext cx="253575" cy="243825"/>
          </a:xfrm>
          <a:prstGeom prst="rect">
            <a:avLst/>
          </a:prstGeom>
          <a:noFill/>
          <a:ln>
            <a:noFill/>
          </a:ln>
        </p:spPr>
      </p:pic>
      <p:sp>
        <p:nvSpPr>
          <p:cNvPr id="334" name="Google Shape;334;p49"/>
          <p:cNvSpPr/>
          <p:nvPr/>
        </p:nvSpPr>
        <p:spPr>
          <a:xfrm>
            <a:off x="457200" y="0"/>
            <a:ext cx="914400" cy="109200"/>
          </a:xfrm>
          <a:prstGeom prst="rect">
            <a:avLst/>
          </a:prstGeom>
          <a:solidFill>
            <a:srgbClr val="D62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9"/>
          <p:cNvSpPr txBox="1"/>
          <p:nvPr>
            <p:ph type="title"/>
          </p:nvPr>
        </p:nvSpPr>
        <p:spPr>
          <a:xfrm>
            <a:off x="311700" y="368475"/>
            <a:ext cx="8520600" cy="572700"/>
          </a:xfrm>
          <a:prstGeom prst="rect">
            <a:avLst/>
          </a:prstGeom>
        </p:spPr>
        <p:txBody>
          <a:bodyPr anchorCtr="0" anchor="t" bIns="91425" lIns="91425" spcFirstLastPara="1" rIns="91425" wrap="square" tIns="91425">
            <a:normAutofit/>
          </a:bodyPr>
          <a:lstStyle>
            <a:lvl1pPr indent="0" lvl="0" marL="0" marR="0" rtl="0" algn="l">
              <a:lnSpc>
                <a:spcPct val="100000"/>
              </a:lnSpc>
              <a:spcBef>
                <a:spcPts val="0"/>
              </a:spcBef>
              <a:spcAft>
                <a:spcPts val="0"/>
              </a:spcAft>
              <a:buClr>
                <a:srgbClr val="000000"/>
              </a:buClr>
              <a:buSzPts val="990"/>
              <a:buFont typeface="Arial"/>
              <a:buNone/>
              <a:defRPr>
                <a:solidFill>
                  <a:srgbClr val="000000"/>
                </a:solidFill>
              </a:defRPr>
            </a:lvl1pPr>
            <a:lvl2pPr lvl="1" rtl="0">
              <a:spcBef>
                <a:spcPts val="0"/>
              </a:spcBef>
              <a:spcAft>
                <a:spcPts val="0"/>
              </a:spcAft>
              <a:buSzPts val="2600"/>
              <a:buFont typeface="Montserrat ExtraBold"/>
              <a:buNone/>
              <a:defRPr sz="2600">
                <a:latin typeface="Montserrat ExtraBold"/>
                <a:ea typeface="Montserrat ExtraBold"/>
                <a:cs typeface="Montserrat ExtraBold"/>
                <a:sym typeface="Montserrat ExtraBold"/>
              </a:defRPr>
            </a:lvl2pPr>
            <a:lvl3pPr lvl="2" rtl="0">
              <a:spcBef>
                <a:spcPts val="0"/>
              </a:spcBef>
              <a:spcAft>
                <a:spcPts val="0"/>
              </a:spcAft>
              <a:buSzPts val="2600"/>
              <a:buFont typeface="Montserrat ExtraBold"/>
              <a:buNone/>
              <a:defRPr sz="2600">
                <a:latin typeface="Montserrat ExtraBold"/>
                <a:ea typeface="Montserrat ExtraBold"/>
                <a:cs typeface="Montserrat ExtraBold"/>
                <a:sym typeface="Montserrat ExtraBold"/>
              </a:defRPr>
            </a:lvl3pPr>
            <a:lvl4pPr lvl="3" rtl="0">
              <a:spcBef>
                <a:spcPts val="0"/>
              </a:spcBef>
              <a:spcAft>
                <a:spcPts val="0"/>
              </a:spcAft>
              <a:buSzPts val="2600"/>
              <a:buFont typeface="Montserrat ExtraBold"/>
              <a:buNone/>
              <a:defRPr sz="2600">
                <a:latin typeface="Montserrat ExtraBold"/>
                <a:ea typeface="Montserrat ExtraBold"/>
                <a:cs typeface="Montserrat ExtraBold"/>
                <a:sym typeface="Montserrat ExtraBold"/>
              </a:defRPr>
            </a:lvl4pPr>
            <a:lvl5pPr lvl="4" rtl="0">
              <a:spcBef>
                <a:spcPts val="0"/>
              </a:spcBef>
              <a:spcAft>
                <a:spcPts val="0"/>
              </a:spcAft>
              <a:buSzPts val="2600"/>
              <a:buFont typeface="Montserrat ExtraBold"/>
              <a:buNone/>
              <a:defRPr sz="2600">
                <a:latin typeface="Montserrat ExtraBold"/>
                <a:ea typeface="Montserrat ExtraBold"/>
                <a:cs typeface="Montserrat ExtraBold"/>
                <a:sym typeface="Montserrat ExtraBold"/>
              </a:defRPr>
            </a:lvl5pPr>
            <a:lvl6pPr lvl="5" rtl="0">
              <a:spcBef>
                <a:spcPts val="0"/>
              </a:spcBef>
              <a:spcAft>
                <a:spcPts val="0"/>
              </a:spcAft>
              <a:buSzPts val="2600"/>
              <a:buFont typeface="Montserrat ExtraBold"/>
              <a:buNone/>
              <a:defRPr sz="2600">
                <a:latin typeface="Montserrat ExtraBold"/>
                <a:ea typeface="Montserrat ExtraBold"/>
                <a:cs typeface="Montserrat ExtraBold"/>
                <a:sym typeface="Montserrat ExtraBold"/>
              </a:defRPr>
            </a:lvl6pPr>
            <a:lvl7pPr lvl="6" rtl="0">
              <a:spcBef>
                <a:spcPts val="0"/>
              </a:spcBef>
              <a:spcAft>
                <a:spcPts val="0"/>
              </a:spcAft>
              <a:buSzPts val="2600"/>
              <a:buFont typeface="Montserrat ExtraBold"/>
              <a:buNone/>
              <a:defRPr sz="2600">
                <a:latin typeface="Montserrat ExtraBold"/>
                <a:ea typeface="Montserrat ExtraBold"/>
                <a:cs typeface="Montserrat ExtraBold"/>
                <a:sym typeface="Montserrat ExtraBold"/>
              </a:defRPr>
            </a:lvl7pPr>
            <a:lvl8pPr lvl="7" rtl="0">
              <a:spcBef>
                <a:spcPts val="0"/>
              </a:spcBef>
              <a:spcAft>
                <a:spcPts val="0"/>
              </a:spcAft>
              <a:buSzPts val="2600"/>
              <a:buFont typeface="Montserrat ExtraBold"/>
              <a:buNone/>
              <a:defRPr sz="2600">
                <a:latin typeface="Montserrat ExtraBold"/>
                <a:ea typeface="Montserrat ExtraBold"/>
                <a:cs typeface="Montserrat ExtraBold"/>
                <a:sym typeface="Montserrat ExtraBold"/>
              </a:defRPr>
            </a:lvl8pPr>
            <a:lvl9pPr lvl="8" rtl="0">
              <a:spcBef>
                <a:spcPts val="0"/>
              </a:spcBef>
              <a:spcAft>
                <a:spcPts val="0"/>
              </a:spcAft>
              <a:buSzPts val="2600"/>
              <a:buFont typeface="Montserrat ExtraBold"/>
              <a:buNone/>
              <a:defRPr sz="2600">
                <a:latin typeface="Montserrat ExtraBold"/>
                <a:ea typeface="Montserrat ExtraBold"/>
                <a:cs typeface="Montserrat ExtraBold"/>
                <a:sym typeface="Montserrat ExtraBold"/>
              </a:defRPr>
            </a:lvl9pPr>
          </a:lstStyle>
          <a:p/>
        </p:txBody>
      </p:sp>
      <p:sp>
        <p:nvSpPr>
          <p:cNvPr id="336" name="Google Shape;336;p49"/>
          <p:cNvSpPr txBox="1"/>
          <p:nvPr/>
        </p:nvSpPr>
        <p:spPr>
          <a:xfrm>
            <a:off x="584675" y="4763664"/>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2023 Cloud Native Computing Foundation</a:t>
            </a:r>
            <a:endParaRPr sz="700">
              <a:latin typeface="Montserrat"/>
              <a:ea typeface="Montserrat"/>
              <a:cs typeface="Montserrat"/>
              <a:sym typeface="Montserrat"/>
            </a:endParaRPr>
          </a:p>
        </p:txBody>
      </p:sp>
      <p:cxnSp>
        <p:nvCxnSpPr>
          <p:cNvPr id="337" name="Google Shape;337;p49"/>
          <p:cNvCxnSpPr/>
          <p:nvPr/>
        </p:nvCxnSpPr>
        <p:spPr>
          <a:xfrm rot="10800000">
            <a:off x="620350" y="4873914"/>
            <a:ext cx="0" cy="72000"/>
          </a:xfrm>
          <a:prstGeom prst="straightConnector1">
            <a:avLst/>
          </a:prstGeom>
          <a:noFill/>
          <a:ln cap="flat" cmpd="sng" w="9525">
            <a:solidFill>
              <a:srgbClr val="000000"/>
            </a:solidFill>
            <a:prstDash val="solid"/>
            <a:round/>
            <a:headEnd len="med" w="med" type="none"/>
            <a:tailEnd len="med" w="med" type="none"/>
          </a:ln>
        </p:spPr>
      </p:cxnSp>
      <p:sp>
        <p:nvSpPr>
          <p:cNvPr id="338" name="Google Shape;338;p49"/>
          <p:cNvSpPr txBox="1"/>
          <p:nvPr>
            <p:ph idx="12" type="sldNum"/>
          </p:nvPr>
        </p:nvSpPr>
        <p:spPr>
          <a:xfrm>
            <a:off x="295403" y="4715943"/>
            <a:ext cx="344700" cy="393600"/>
          </a:xfrm>
          <a:prstGeom prst="rect">
            <a:avLst/>
          </a:prstGeom>
          <a:noFill/>
          <a:ln>
            <a:noFill/>
          </a:ln>
        </p:spPr>
        <p:txBody>
          <a:bodyPr anchorCtr="0" anchor="ctr" bIns="91425" lIns="91425" spcFirstLastPara="1" rIns="91425" wrap="square" tIns="91425">
            <a:noAutofit/>
          </a:bodyPr>
          <a:lstStyle>
            <a:lvl1pPr lvl="0" rtl="0">
              <a:buNone/>
              <a:defRPr sz="700">
                <a:solidFill>
                  <a:schemeClr val="dk1"/>
                </a:solidFill>
                <a:latin typeface="Montserrat Light"/>
                <a:ea typeface="Montserrat Light"/>
                <a:cs typeface="Montserrat Light"/>
                <a:sym typeface="Montserrat Light"/>
              </a:defRPr>
            </a:lvl1pPr>
            <a:lvl2pPr lvl="1" rtl="0">
              <a:buNone/>
              <a:defRPr sz="700">
                <a:solidFill>
                  <a:schemeClr val="dk1"/>
                </a:solidFill>
                <a:latin typeface="Montserrat Light"/>
                <a:ea typeface="Montserrat Light"/>
                <a:cs typeface="Montserrat Light"/>
                <a:sym typeface="Montserrat Light"/>
              </a:defRPr>
            </a:lvl2pPr>
            <a:lvl3pPr lvl="2" rtl="0">
              <a:buNone/>
              <a:defRPr sz="700">
                <a:solidFill>
                  <a:schemeClr val="dk1"/>
                </a:solidFill>
                <a:latin typeface="Montserrat Light"/>
                <a:ea typeface="Montserrat Light"/>
                <a:cs typeface="Montserrat Light"/>
                <a:sym typeface="Montserrat Light"/>
              </a:defRPr>
            </a:lvl3pPr>
            <a:lvl4pPr lvl="3" rtl="0">
              <a:buNone/>
              <a:defRPr sz="700">
                <a:solidFill>
                  <a:schemeClr val="dk1"/>
                </a:solidFill>
                <a:latin typeface="Montserrat Light"/>
                <a:ea typeface="Montserrat Light"/>
                <a:cs typeface="Montserrat Light"/>
                <a:sym typeface="Montserrat Light"/>
              </a:defRPr>
            </a:lvl4pPr>
            <a:lvl5pPr lvl="4" rtl="0">
              <a:buNone/>
              <a:defRPr sz="700">
                <a:solidFill>
                  <a:schemeClr val="dk1"/>
                </a:solidFill>
                <a:latin typeface="Montserrat Light"/>
                <a:ea typeface="Montserrat Light"/>
                <a:cs typeface="Montserrat Light"/>
                <a:sym typeface="Montserrat Light"/>
              </a:defRPr>
            </a:lvl5pPr>
            <a:lvl6pPr lvl="5" rtl="0">
              <a:buNone/>
              <a:defRPr sz="700">
                <a:solidFill>
                  <a:schemeClr val="dk1"/>
                </a:solidFill>
                <a:latin typeface="Montserrat Light"/>
                <a:ea typeface="Montserrat Light"/>
                <a:cs typeface="Montserrat Light"/>
                <a:sym typeface="Montserrat Light"/>
              </a:defRPr>
            </a:lvl6pPr>
            <a:lvl7pPr lvl="6" rtl="0">
              <a:buNone/>
              <a:defRPr sz="700">
                <a:solidFill>
                  <a:schemeClr val="dk1"/>
                </a:solidFill>
                <a:latin typeface="Montserrat Light"/>
                <a:ea typeface="Montserrat Light"/>
                <a:cs typeface="Montserrat Light"/>
                <a:sym typeface="Montserrat Light"/>
              </a:defRPr>
            </a:lvl7pPr>
            <a:lvl8pPr lvl="7" rtl="0">
              <a:buNone/>
              <a:defRPr sz="700">
                <a:solidFill>
                  <a:schemeClr val="dk1"/>
                </a:solidFill>
                <a:latin typeface="Montserrat Light"/>
                <a:ea typeface="Montserrat Light"/>
                <a:cs typeface="Montserrat Light"/>
                <a:sym typeface="Montserrat Light"/>
              </a:defRPr>
            </a:lvl8pPr>
            <a:lvl9pPr lvl="8" rtl="0">
              <a:buNone/>
              <a:defRPr sz="700">
                <a:solidFill>
                  <a:schemeClr val="dk1"/>
                </a:solidFill>
                <a:latin typeface="Montserrat Light"/>
                <a:ea typeface="Montserrat Light"/>
                <a:cs typeface="Montserrat Light"/>
                <a:sym typeface="Montserrat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2.xml"/><Relationship Id="rId22" Type="http://schemas.openxmlformats.org/officeDocument/2006/relationships/slideLayout" Target="../slideLayouts/slideLayout34.xml"/><Relationship Id="rId21" Type="http://schemas.openxmlformats.org/officeDocument/2006/relationships/slideLayout" Target="../slideLayouts/slideLayout33.xml"/><Relationship Id="rId24" Type="http://schemas.openxmlformats.org/officeDocument/2006/relationships/slideLayout" Target="../slideLayouts/slideLayout36.xml"/><Relationship Id="rId23" Type="http://schemas.openxmlformats.org/officeDocument/2006/relationships/slideLayout" Target="../slideLayouts/slideLayout35.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26" Type="http://schemas.openxmlformats.org/officeDocument/2006/relationships/slideLayout" Target="../slideLayouts/slideLayout38.xml"/><Relationship Id="rId25" Type="http://schemas.openxmlformats.org/officeDocument/2006/relationships/slideLayout" Target="../slideLayouts/slideLayout37.xml"/><Relationship Id="rId28" Type="http://schemas.openxmlformats.org/officeDocument/2006/relationships/slideLayout" Target="../slideLayouts/slideLayout40.xml"/><Relationship Id="rId27" Type="http://schemas.openxmlformats.org/officeDocument/2006/relationships/slideLayout" Target="../slideLayouts/slideLayout39.xml"/><Relationship Id="rId5" Type="http://schemas.openxmlformats.org/officeDocument/2006/relationships/slideLayout" Target="../slideLayouts/slideLayout17.xml"/><Relationship Id="rId6" Type="http://schemas.openxmlformats.org/officeDocument/2006/relationships/slideLayout" Target="../slideLayouts/slideLayout18.xml"/><Relationship Id="rId29" Type="http://schemas.openxmlformats.org/officeDocument/2006/relationships/slideLayout" Target="../slideLayouts/slideLayout41.xml"/><Relationship Id="rId7" Type="http://schemas.openxmlformats.org/officeDocument/2006/relationships/slideLayout" Target="../slideLayouts/slideLayout19.xml"/><Relationship Id="rId8" Type="http://schemas.openxmlformats.org/officeDocument/2006/relationships/slideLayout" Target="../slideLayouts/slideLayout20.xml"/><Relationship Id="rId31" Type="http://schemas.openxmlformats.org/officeDocument/2006/relationships/slideLayout" Target="../slideLayouts/slideLayout43.xml"/><Relationship Id="rId30" Type="http://schemas.openxmlformats.org/officeDocument/2006/relationships/slideLayout" Target="../slideLayouts/slideLayout42.xml"/><Relationship Id="rId11" Type="http://schemas.openxmlformats.org/officeDocument/2006/relationships/slideLayout" Target="../slideLayouts/slideLayout23.xml"/><Relationship Id="rId33" Type="http://schemas.openxmlformats.org/officeDocument/2006/relationships/slideLayout" Target="../slideLayouts/slideLayout45.xml"/><Relationship Id="rId10" Type="http://schemas.openxmlformats.org/officeDocument/2006/relationships/slideLayout" Target="../slideLayouts/slideLayout22.xml"/><Relationship Id="rId32" Type="http://schemas.openxmlformats.org/officeDocument/2006/relationships/slideLayout" Target="../slideLayouts/slideLayout44.xml"/><Relationship Id="rId13" Type="http://schemas.openxmlformats.org/officeDocument/2006/relationships/slideLayout" Target="../slideLayouts/slideLayout25.xml"/><Relationship Id="rId35" Type="http://schemas.openxmlformats.org/officeDocument/2006/relationships/slideLayout" Target="../slideLayouts/slideLayout47.xml"/><Relationship Id="rId12" Type="http://schemas.openxmlformats.org/officeDocument/2006/relationships/slideLayout" Target="../slideLayouts/slideLayout24.xml"/><Relationship Id="rId34" Type="http://schemas.openxmlformats.org/officeDocument/2006/relationships/slideLayout" Target="../slideLayouts/slideLayout46.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36" Type="http://schemas.openxmlformats.org/officeDocument/2006/relationships/theme" Target="../theme/theme3.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19" Type="http://schemas.openxmlformats.org/officeDocument/2006/relationships/slideLayout" Target="../slideLayouts/slideLayout31.xml"/><Relationship Id="rId1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600"/>
              <a:buFont typeface="Montserrat ExtraBold"/>
              <a:buNone/>
              <a:defRPr sz="2600">
                <a:solidFill>
                  <a:schemeClr val="dk1"/>
                </a:solidFill>
                <a:latin typeface="Montserrat ExtraBold"/>
                <a:ea typeface="Montserrat ExtraBold"/>
                <a:cs typeface="Montserrat ExtraBold"/>
                <a:sym typeface="Montserrat ExtraBold"/>
              </a:defRPr>
            </a:lvl1pPr>
            <a:lvl2pPr lvl="1" rtl="0">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2pPr>
            <a:lvl3pPr lvl="2" rtl="0">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3pPr>
            <a:lvl4pPr lvl="3" rtl="0">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4pPr>
            <a:lvl5pPr lvl="4" rtl="0">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5pPr>
            <a:lvl6pPr lvl="5" rtl="0">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6pPr>
            <a:lvl7pPr lvl="6" rtl="0">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7pPr>
            <a:lvl8pPr lvl="7" rtl="0">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8pPr>
            <a:lvl9pPr lvl="8" rtl="0">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9pPr>
          </a:lstStyle>
          <a:p/>
        </p:txBody>
      </p:sp>
      <p:sp>
        <p:nvSpPr>
          <p:cNvPr id="58" name="Google Shape;58;p14"/>
          <p:cNvSpPr txBox="1"/>
          <p:nvPr>
            <p:ph idx="1" type="body"/>
          </p:nvPr>
        </p:nvSpPr>
        <p:spPr>
          <a:xfrm>
            <a:off x="311700" y="1152475"/>
            <a:ext cx="8520600" cy="2804700"/>
          </a:xfrm>
          <a:prstGeom prst="rect">
            <a:avLst/>
          </a:prstGeom>
          <a:noFill/>
          <a:ln>
            <a:noFill/>
          </a:ln>
        </p:spPr>
        <p:txBody>
          <a:bodyPr anchorCtr="0" anchor="t" bIns="91425" lIns="91425" spcFirstLastPara="1" rIns="91425" wrap="square" tIns="91425">
            <a:normAutofit/>
          </a:bodyPr>
          <a:lstStyle>
            <a:lvl1pPr indent="-330200" lvl="0" marL="457200" rtl="0">
              <a:lnSpc>
                <a:spcPct val="115000"/>
              </a:lnSpc>
              <a:spcBef>
                <a:spcPts val="0"/>
              </a:spcBef>
              <a:spcAft>
                <a:spcPts val="0"/>
              </a:spcAft>
              <a:buClr>
                <a:schemeClr val="dk1"/>
              </a:buClr>
              <a:buSzPts val="1600"/>
              <a:buFont typeface="Montserrat"/>
              <a:buChar char="●"/>
              <a:defRPr sz="1600">
                <a:solidFill>
                  <a:schemeClr val="dk1"/>
                </a:solidFill>
                <a:latin typeface="Montserrat"/>
                <a:ea typeface="Montserrat"/>
                <a:cs typeface="Montserrat"/>
                <a:sym typeface="Montserrat"/>
              </a:defRPr>
            </a:lvl1pPr>
            <a:lvl2pPr indent="-330200" lvl="1" marL="914400" rtl="0">
              <a:lnSpc>
                <a:spcPct val="115000"/>
              </a:lnSpc>
              <a:spcBef>
                <a:spcPts val="0"/>
              </a:spcBef>
              <a:spcAft>
                <a:spcPts val="0"/>
              </a:spcAft>
              <a:buClr>
                <a:schemeClr val="dk1"/>
              </a:buClr>
              <a:buSzPts val="1600"/>
              <a:buFont typeface="Montserrat"/>
              <a:buChar char="○"/>
              <a:defRPr sz="1600">
                <a:solidFill>
                  <a:schemeClr val="dk1"/>
                </a:solidFill>
                <a:latin typeface="Montserrat"/>
                <a:ea typeface="Montserrat"/>
                <a:cs typeface="Montserrat"/>
                <a:sym typeface="Montserrat"/>
              </a:defRPr>
            </a:lvl2pPr>
            <a:lvl3pPr indent="-330200" lvl="2" marL="1371600" rtl="0">
              <a:lnSpc>
                <a:spcPct val="115000"/>
              </a:lnSpc>
              <a:spcBef>
                <a:spcPts val="0"/>
              </a:spcBef>
              <a:spcAft>
                <a:spcPts val="0"/>
              </a:spcAft>
              <a:buClr>
                <a:schemeClr val="dk1"/>
              </a:buClr>
              <a:buSzPts val="1600"/>
              <a:buFont typeface="Montserrat"/>
              <a:buChar char="■"/>
              <a:defRPr sz="1600">
                <a:solidFill>
                  <a:schemeClr val="dk1"/>
                </a:solidFill>
                <a:latin typeface="Montserrat"/>
                <a:ea typeface="Montserrat"/>
                <a:cs typeface="Montserrat"/>
                <a:sym typeface="Montserrat"/>
              </a:defRPr>
            </a:lvl3pPr>
            <a:lvl4pPr indent="-330200" lvl="3" marL="1828800" rtl="0">
              <a:lnSpc>
                <a:spcPct val="115000"/>
              </a:lnSpc>
              <a:spcBef>
                <a:spcPts val="0"/>
              </a:spcBef>
              <a:spcAft>
                <a:spcPts val="0"/>
              </a:spcAft>
              <a:buClr>
                <a:schemeClr val="dk1"/>
              </a:buClr>
              <a:buSzPts val="1600"/>
              <a:buFont typeface="Montserrat"/>
              <a:buChar char="●"/>
              <a:defRPr sz="1600">
                <a:solidFill>
                  <a:schemeClr val="dk1"/>
                </a:solidFill>
                <a:latin typeface="Montserrat"/>
                <a:ea typeface="Montserrat"/>
                <a:cs typeface="Montserrat"/>
                <a:sym typeface="Montserrat"/>
              </a:defRPr>
            </a:lvl4pPr>
            <a:lvl5pPr indent="-330200" lvl="4" marL="2286000" rtl="0">
              <a:lnSpc>
                <a:spcPct val="115000"/>
              </a:lnSpc>
              <a:spcBef>
                <a:spcPts val="0"/>
              </a:spcBef>
              <a:spcAft>
                <a:spcPts val="0"/>
              </a:spcAft>
              <a:buClr>
                <a:schemeClr val="dk1"/>
              </a:buClr>
              <a:buSzPts val="1600"/>
              <a:buFont typeface="Montserrat"/>
              <a:buChar char="○"/>
              <a:defRPr sz="1600">
                <a:solidFill>
                  <a:schemeClr val="dk1"/>
                </a:solidFill>
                <a:latin typeface="Montserrat"/>
                <a:ea typeface="Montserrat"/>
                <a:cs typeface="Montserrat"/>
                <a:sym typeface="Montserrat"/>
              </a:defRPr>
            </a:lvl5pPr>
            <a:lvl6pPr indent="-330200" lvl="5" marL="2743200" rtl="0">
              <a:lnSpc>
                <a:spcPct val="115000"/>
              </a:lnSpc>
              <a:spcBef>
                <a:spcPts val="0"/>
              </a:spcBef>
              <a:spcAft>
                <a:spcPts val="0"/>
              </a:spcAft>
              <a:buClr>
                <a:schemeClr val="dk1"/>
              </a:buClr>
              <a:buSzPts val="1600"/>
              <a:buFont typeface="Montserrat"/>
              <a:buChar char="■"/>
              <a:defRPr sz="1600">
                <a:solidFill>
                  <a:schemeClr val="dk1"/>
                </a:solidFill>
                <a:latin typeface="Montserrat"/>
                <a:ea typeface="Montserrat"/>
                <a:cs typeface="Montserrat"/>
                <a:sym typeface="Montserrat"/>
              </a:defRPr>
            </a:lvl6pPr>
            <a:lvl7pPr indent="-330200" lvl="6" marL="3200400" rtl="0">
              <a:lnSpc>
                <a:spcPct val="115000"/>
              </a:lnSpc>
              <a:spcBef>
                <a:spcPts val="0"/>
              </a:spcBef>
              <a:spcAft>
                <a:spcPts val="0"/>
              </a:spcAft>
              <a:buClr>
                <a:schemeClr val="dk1"/>
              </a:buClr>
              <a:buSzPts val="1600"/>
              <a:buFont typeface="Montserrat"/>
              <a:buChar char="●"/>
              <a:defRPr sz="1600">
                <a:solidFill>
                  <a:schemeClr val="dk1"/>
                </a:solidFill>
                <a:latin typeface="Montserrat"/>
                <a:ea typeface="Montserrat"/>
                <a:cs typeface="Montserrat"/>
                <a:sym typeface="Montserrat"/>
              </a:defRPr>
            </a:lvl7pPr>
            <a:lvl8pPr indent="-330200" lvl="7" marL="3657600" rtl="0">
              <a:lnSpc>
                <a:spcPct val="115000"/>
              </a:lnSpc>
              <a:spcBef>
                <a:spcPts val="0"/>
              </a:spcBef>
              <a:spcAft>
                <a:spcPts val="0"/>
              </a:spcAft>
              <a:buClr>
                <a:schemeClr val="dk1"/>
              </a:buClr>
              <a:buSzPts val="1600"/>
              <a:buFont typeface="Montserrat"/>
              <a:buChar char="○"/>
              <a:defRPr sz="1600">
                <a:solidFill>
                  <a:schemeClr val="dk1"/>
                </a:solidFill>
                <a:latin typeface="Montserrat"/>
                <a:ea typeface="Montserrat"/>
                <a:cs typeface="Montserrat"/>
                <a:sym typeface="Montserrat"/>
              </a:defRPr>
            </a:lvl8pPr>
            <a:lvl9pPr indent="-330200" lvl="8" marL="4114800" rtl="0">
              <a:lnSpc>
                <a:spcPct val="115000"/>
              </a:lnSpc>
              <a:spcBef>
                <a:spcPts val="0"/>
              </a:spcBef>
              <a:spcAft>
                <a:spcPts val="0"/>
              </a:spcAft>
              <a:buClr>
                <a:schemeClr val="dk1"/>
              </a:buClr>
              <a:buSzPts val="1600"/>
              <a:buFont typeface="Montserrat"/>
              <a:buChar char="■"/>
              <a:defRPr sz="1600">
                <a:solidFill>
                  <a:schemeClr val="dk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ocs.google.com/document/d/1Q1BrbIbONdKOId_pDQ-zlJr3m3MiMcprPjO1lCdTTCg/edit?usp=shar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7.png"/><Relationship Id="rId7"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 New Template is Coming!</a:t>
            </a:r>
            <a:endParaRPr/>
          </a:p>
        </p:txBody>
      </p:sp>
      <p:sp>
        <p:nvSpPr>
          <p:cNvPr id="344" name="Google Shape;344;p5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Stay tuned. We will announce it in the organizer Slack channel and point to it in the CNCG GitHub Repository.</a:t>
            </a:r>
            <a:endParaRPr/>
          </a:p>
        </p:txBody>
      </p:sp>
      <p:sp>
        <p:nvSpPr>
          <p:cNvPr id="345" name="Google Shape;34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1"/>
          <p:cNvSpPr/>
          <p:nvPr/>
        </p:nvSpPr>
        <p:spPr>
          <a:xfrm>
            <a:off x="413000" y="2984600"/>
            <a:ext cx="4269900" cy="1579800"/>
          </a:xfrm>
          <a:prstGeom prst="roundRect">
            <a:avLst>
              <a:gd fmla="val 6564" name="adj"/>
            </a:avLst>
          </a:prstGeom>
          <a:solidFill>
            <a:srgbClr val="D62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1"/>
          <p:cNvSpPr txBox="1"/>
          <p:nvPr/>
        </p:nvSpPr>
        <p:spPr>
          <a:xfrm>
            <a:off x="319449" y="1161800"/>
            <a:ext cx="65385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latin typeface="Montserrat"/>
                <a:ea typeface="Montserrat"/>
                <a:cs typeface="Montserrat"/>
                <a:sym typeface="Montserrat"/>
              </a:rPr>
              <a:t>Welcome to </a:t>
            </a:r>
            <a:r>
              <a:rPr b="1" lang="en" sz="4000">
                <a:latin typeface="Montserrat"/>
                <a:ea typeface="Montserrat"/>
                <a:cs typeface="Montserrat"/>
                <a:sym typeface="Montserrat"/>
              </a:rPr>
              <a:t>the CNCG </a:t>
            </a:r>
            <a:r>
              <a:rPr b="1" lang="en" sz="4000">
                <a:latin typeface="Montserrat"/>
                <a:ea typeface="Montserrat"/>
                <a:cs typeface="Montserrat"/>
                <a:sym typeface="Montserrat"/>
              </a:rPr>
              <a:t>slide template *</a:t>
            </a:r>
            <a:endParaRPr b="1" sz="4000">
              <a:latin typeface="Montserrat"/>
              <a:ea typeface="Montserrat"/>
              <a:cs typeface="Montserrat"/>
              <a:sym typeface="Montserrat"/>
            </a:endParaRPr>
          </a:p>
        </p:txBody>
      </p:sp>
      <p:sp>
        <p:nvSpPr>
          <p:cNvPr id="352" name="Google Shape;352;p51"/>
          <p:cNvSpPr txBox="1"/>
          <p:nvPr/>
        </p:nvSpPr>
        <p:spPr>
          <a:xfrm>
            <a:off x="586850" y="3091500"/>
            <a:ext cx="3965100" cy="12930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en" sz="1200">
                <a:solidFill>
                  <a:srgbClr val="FDFDFD"/>
                </a:solidFill>
                <a:latin typeface="Montserrat Medium"/>
                <a:ea typeface="Montserrat Medium"/>
                <a:cs typeface="Montserrat Medium"/>
                <a:sym typeface="Montserrat Medium"/>
              </a:rPr>
              <a:t>We have developed this (evolving) set of slide templates so Cloud Native Community Groups  can work on presentations with collaboration as the primary need… </a:t>
            </a:r>
            <a:r>
              <a:rPr lang="en" sz="1200">
                <a:solidFill>
                  <a:srgbClr val="FDFDFD"/>
                </a:solidFill>
                <a:latin typeface="Montserrat Medium"/>
                <a:ea typeface="Montserrat Medium"/>
                <a:cs typeface="Montserrat Medium"/>
                <a:sym typeface="Montserrat Medium"/>
              </a:rPr>
              <a:t>whilst</a:t>
            </a:r>
            <a:r>
              <a:rPr lang="en" sz="1200">
                <a:solidFill>
                  <a:srgbClr val="FDFDFD"/>
                </a:solidFill>
                <a:latin typeface="Montserrat Medium"/>
                <a:ea typeface="Montserrat Medium"/>
                <a:cs typeface="Montserrat Medium"/>
                <a:sym typeface="Montserrat Medium"/>
              </a:rPr>
              <a:t> still </a:t>
            </a:r>
            <a:r>
              <a:rPr lang="en" sz="1200">
                <a:solidFill>
                  <a:srgbClr val="FDFDFD"/>
                </a:solidFill>
                <a:latin typeface="Montserrat Medium"/>
                <a:ea typeface="Montserrat Medium"/>
                <a:cs typeface="Montserrat Medium"/>
                <a:sym typeface="Montserrat Medium"/>
              </a:rPr>
              <a:t>being more aligned with the new CNCF brand. </a:t>
            </a:r>
            <a:endParaRPr sz="1200">
              <a:solidFill>
                <a:srgbClr val="FDFDFD"/>
              </a:solidFill>
              <a:latin typeface="Montserrat Medium"/>
              <a:ea typeface="Montserrat Medium"/>
              <a:cs typeface="Montserrat Medium"/>
              <a:sym typeface="Montserrat Medium"/>
            </a:endParaRPr>
          </a:p>
        </p:txBody>
      </p:sp>
      <p:sp>
        <p:nvSpPr>
          <p:cNvPr id="353" name="Google Shape;353;p51"/>
          <p:cNvSpPr txBox="1"/>
          <p:nvPr/>
        </p:nvSpPr>
        <p:spPr>
          <a:xfrm>
            <a:off x="4984975" y="2853900"/>
            <a:ext cx="4158900" cy="17085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b="1" lang="en" sz="900">
                <a:latin typeface="Montserrat"/>
                <a:ea typeface="Montserrat"/>
                <a:cs typeface="Montserrat"/>
                <a:sym typeface="Montserrat"/>
              </a:rPr>
              <a:t>FONT INSTALL INSTRUCTIONS:</a:t>
            </a:r>
            <a:endParaRPr b="1" sz="900">
              <a:latin typeface="Montserrat"/>
              <a:ea typeface="Montserrat"/>
              <a:cs typeface="Montserrat"/>
              <a:sym typeface="Montserrat"/>
            </a:endParaRPr>
          </a:p>
          <a:p>
            <a:pPr indent="0" lvl="0" marL="0" rtl="0" algn="l">
              <a:lnSpc>
                <a:spcPct val="125000"/>
              </a:lnSpc>
              <a:spcBef>
                <a:spcPts val="0"/>
              </a:spcBef>
              <a:spcAft>
                <a:spcPts val="0"/>
              </a:spcAft>
              <a:buNone/>
            </a:pPr>
            <a:r>
              <a:rPr lang="en" sz="900">
                <a:latin typeface="Montserrat Medium"/>
                <a:ea typeface="Montserrat Medium"/>
                <a:cs typeface="Montserrat Medium"/>
                <a:sym typeface="Montserrat Medium"/>
              </a:rPr>
              <a:t>Please activate the CNCF slides font -  Montserrat via ‘More fonts’ in the fonts dropdown.</a:t>
            </a:r>
            <a:endParaRPr sz="900">
              <a:latin typeface="Montserrat Medium"/>
              <a:ea typeface="Montserrat Medium"/>
              <a:cs typeface="Montserrat Medium"/>
              <a:sym typeface="Montserrat Medium"/>
            </a:endParaRPr>
          </a:p>
          <a:p>
            <a:pPr indent="0" lvl="0" marL="0" rtl="0" algn="l">
              <a:lnSpc>
                <a:spcPct val="125000"/>
              </a:lnSpc>
              <a:spcBef>
                <a:spcPts val="0"/>
              </a:spcBef>
              <a:spcAft>
                <a:spcPts val="0"/>
              </a:spcAft>
              <a:buNone/>
            </a:pPr>
            <a:r>
              <a:t/>
            </a:r>
            <a:endParaRPr sz="900">
              <a:latin typeface="Montserrat Medium"/>
              <a:ea typeface="Montserrat Medium"/>
              <a:cs typeface="Montserrat Medium"/>
              <a:sym typeface="Montserrat Medium"/>
            </a:endParaRPr>
          </a:p>
          <a:p>
            <a:pPr indent="0" lvl="0" marL="0" rtl="0" algn="l">
              <a:lnSpc>
                <a:spcPct val="125000"/>
              </a:lnSpc>
              <a:spcBef>
                <a:spcPts val="0"/>
              </a:spcBef>
              <a:spcAft>
                <a:spcPts val="0"/>
              </a:spcAft>
              <a:buNone/>
            </a:pPr>
            <a:r>
              <a:rPr b="1" lang="en" sz="900">
                <a:latin typeface="Montserrat"/>
                <a:ea typeface="Montserrat"/>
                <a:cs typeface="Montserrat"/>
                <a:sym typeface="Montserrat"/>
              </a:rPr>
              <a:t>ADDITIONAL NOTE:</a:t>
            </a:r>
            <a:endParaRPr b="1" sz="900">
              <a:latin typeface="Montserrat"/>
              <a:ea typeface="Montserrat"/>
              <a:cs typeface="Montserrat"/>
              <a:sym typeface="Montserrat"/>
            </a:endParaRPr>
          </a:p>
          <a:p>
            <a:pPr indent="0" lvl="0" marL="0" rtl="0" algn="l">
              <a:lnSpc>
                <a:spcPct val="125000"/>
              </a:lnSpc>
              <a:spcBef>
                <a:spcPts val="0"/>
              </a:spcBef>
              <a:spcAft>
                <a:spcPts val="0"/>
              </a:spcAft>
              <a:buNone/>
            </a:pPr>
            <a:r>
              <a:rPr lang="en" sz="900">
                <a:latin typeface="Montserrat Medium"/>
                <a:ea typeface="Montserrat Medium"/>
                <a:cs typeface="Montserrat Medium"/>
                <a:sym typeface="Montserrat Medium"/>
              </a:rPr>
              <a:t>For the full and correct set of CNCF brand guidelines please visit:</a:t>
            </a:r>
            <a:endParaRPr sz="900">
              <a:latin typeface="Montserrat Medium"/>
              <a:ea typeface="Montserrat Medium"/>
              <a:cs typeface="Montserrat Medium"/>
              <a:sym typeface="Montserrat Medium"/>
            </a:endParaRPr>
          </a:p>
          <a:p>
            <a:pPr indent="0" lvl="0" marL="0" rtl="0" algn="l">
              <a:lnSpc>
                <a:spcPct val="125000"/>
              </a:lnSpc>
              <a:spcBef>
                <a:spcPts val="0"/>
              </a:spcBef>
              <a:spcAft>
                <a:spcPts val="0"/>
              </a:spcAft>
              <a:buNone/>
            </a:pPr>
            <a:r>
              <a:rPr lang="en" sz="900">
                <a:solidFill>
                  <a:srgbClr val="D62293"/>
                </a:solidFill>
                <a:latin typeface="Montserrat Medium"/>
                <a:ea typeface="Montserrat Medium"/>
                <a:cs typeface="Montserrat Medium"/>
                <a:sym typeface="Montserrat Medium"/>
              </a:rPr>
              <a:t>https://www.cncf.io/brand-guidelines</a:t>
            </a:r>
            <a:endParaRPr sz="900">
              <a:solidFill>
                <a:srgbClr val="D62293"/>
              </a:solidFill>
              <a:latin typeface="Montserrat Medium"/>
              <a:ea typeface="Montserrat Medium"/>
              <a:cs typeface="Montserrat Medium"/>
              <a:sym typeface="Montserrat Medium"/>
            </a:endParaRPr>
          </a:p>
          <a:p>
            <a:pPr indent="0" lvl="0" marL="0" rtl="0" algn="l">
              <a:lnSpc>
                <a:spcPct val="125000"/>
              </a:lnSpc>
              <a:spcBef>
                <a:spcPts val="0"/>
              </a:spcBef>
              <a:spcAft>
                <a:spcPts val="0"/>
              </a:spcAft>
              <a:buNone/>
            </a:pPr>
            <a:r>
              <a:t/>
            </a:r>
            <a:endParaRPr sz="900">
              <a:solidFill>
                <a:srgbClr val="D62293"/>
              </a:solidFill>
              <a:latin typeface="Montserrat Medium"/>
              <a:ea typeface="Montserrat Medium"/>
              <a:cs typeface="Montserrat Medium"/>
              <a:sym typeface="Montserrat Medium"/>
            </a:endParaRPr>
          </a:p>
          <a:p>
            <a:pPr indent="0" lvl="0" marL="0" rtl="0" algn="l">
              <a:lnSpc>
                <a:spcPct val="125000"/>
              </a:lnSpc>
              <a:spcBef>
                <a:spcPts val="0"/>
              </a:spcBef>
              <a:spcAft>
                <a:spcPts val="0"/>
              </a:spcAft>
              <a:buNone/>
            </a:pPr>
            <a:r>
              <a:rPr lang="en" sz="900">
                <a:solidFill>
                  <a:srgbClr val="CCCCCC"/>
                </a:solidFill>
                <a:latin typeface="Montserrat Medium"/>
                <a:ea typeface="Montserrat Medium"/>
                <a:cs typeface="Montserrat Medium"/>
                <a:sym typeface="Montserrat Medium"/>
              </a:rPr>
              <a:t>*Evolving template</a:t>
            </a:r>
            <a:endParaRPr sz="900">
              <a:solidFill>
                <a:srgbClr val="CCCCCC"/>
              </a:solidFill>
              <a:latin typeface="Montserrat Medium"/>
              <a:ea typeface="Montserrat Medium"/>
              <a:cs typeface="Montserrat Medium"/>
              <a:sym typeface="Montserrat Medium"/>
            </a:endParaRPr>
          </a:p>
        </p:txBody>
      </p:sp>
      <p:pic>
        <p:nvPicPr>
          <p:cNvPr id="354" name="Google Shape;354;p51"/>
          <p:cNvPicPr preferRelativeResize="0"/>
          <p:nvPr/>
        </p:nvPicPr>
        <p:blipFill>
          <a:blip r:embed="rId3">
            <a:alphaModFix/>
          </a:blip>
          <a:stretch>
            <a:fillRect/>
          </a:stretch>
        </p:blipFill>
        <p:spPr>
          <a:xfrm>
            <a:off x="413000" y="290650"/>
            <a:ext cx="2346871" cy="464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2"/>
          <p:cNvSpPr txBox="1"/>
          <p:nvPr>
            <p:ph idx="1" type="body"/>
          </p:nvPr>
        </p:nvSpPr>
        <p:spPr>
          <a:xfrm>
            <a:off x="369775" y="1509150"/>
            <a:ext cx="3829500" cy="2125200"/>
          </a:xfrm>
          <a:prstGeom prst="rect">
            <a:avLst/>
          </a:prstGeom>
        </p:spPr>
        <p:txBody>
          <a:bodyPr anchorCtr="0" anchor="t" bIns="91425" lIns="91425" spcFirstLastPara="1" rIns="91425" wrap="square" tIns="91425">
            <a:noAutofit/>
          </a:bodyPr>
          <a:lstStyle/>
          <a:p>
            <a:pPr indent="0" lvl="0" marL="0" rtl="0" algn="l">
              <a:lnSpc>
                <a:spcPct val="130000"/>
              </a:lnSpc>
              <a:spcBef>
                <a:spcPts val="800"/>
              </a:spcBef>
              <a:spcAft>
                <a:spcPts val="1200"/>
              </a:spcAft>
              <a:buClr>
                <a:schemeClr val="dk1"/>
              </a:buClr>
              <a:buSzPts val="1100"/>
              <a:buFont typeface="Arial"/>
              <a:buNone/>
            </a:pPr>
            <a:r>
              <a:rPr lang="en" sz="1600">
                <a:solidFill>
                  <a:schemeClr val="dk1"/>
                </a:solidFill>
                <a:latin typeface="Montserrat Medium"/>
                <a:ea typeface="Montserrat Medium"/>
                <a:cs typeface="Montserrat Medium"/>
                <a:sym typeface="Montserrat Medium"/>
              </a:rPr>
              <a:t>We have created this Google Slides deck template to be as simple to follow as possible whilst still giving you plenty of pages to get your presentation started. </a:t>
            </a:r>
            <a:endParaRPr sz="1600">
              <a:solidFill>
                <a:schemeClr val="dk1"/>
              </a:solidFill>
              <a:latin typeface="Montserrat Medium"/>
              <a:ea typeface="Montserrat Medium"/>
              <a:cs typeface="Montserrat Medium"/>
              <a:sym typeface="Montserrat Medium"/>
            </a:endParaRPr>
          </a:p>
        </p:txBody>
      </p:sp>
      <p:sp>
        <p:nvSpPr>
          <p:cNvPr id="360" name="Google Shape;360;p52"/>
          <p:cNvSpPr txBox="1"/>
          <p:nvPr>
            <p:ph type="title"/>
          </p:nvPr>
        </p:nvSpPr>
        <p:spPr>
          <a:xfrm>
            <a:off x="347725" y="290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latin typeface="Montserrat ExtraBold"/>
                <a:ea typeface="Montserrat ExtraBold"/>
                <a:cs typeface="Montserrat ExtraBold"/>
                <a:sym typeface="Montserrat ExtraBold"/>
              </a:rPr>
              <a:t>HOW TO USE THIS DECK</a:t>
            </a:r>
            <a:endParaRPr sz="2600">
              <a:latin typeface="Montserrat ExtraBold"/>
              <a:ea typeface="Montserrat ExtraBold"/>
              <a:cs typeface="Montserrat ExtraBold"/>
              <a:sym typeface="Montserrat ExtraBold"/>
            </a:endParaRPr>
          </a:p>
        </p:txBody>
      </p:sp>
      <p:sp>
        <p:nvSpPr>
          <p:cNvPr id="361" name="Google Shape;361;p52"/>
          <p:cNvSpPr/>
          <p:nvPr/>
        </p:nvSpPr>
        <p:spPr>
          <a:xfrm>
            <a:off x="457200" y="0"/>
            <a:ext cx="914400" cy="109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2"/>
          <p:cNvSpPr txBox="1"/>
          <p:nvPr>
            <p:ph type="title"/>
          </p:nvPr>
        </p:nvSpPr>
        <p:spPr>
          <a:xfrm>
            <a:off x="5018025" y="1548750"/>
            <a:ext cx="34488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
                <a:solidFill>
                  <a:srgbClr val="D62293"/>
                </a:solidFill>
                <a:latin typeface="Montserrat ExtraBold"/>
                <a:ea typeface="Montserrat ExtraBold"/>
                <a:cs typeface="Montserrat ExtraBold"/>
                <a:sym typeface="Montserrat ExtraBold"/>
              </a:rPr>
              <a:t>TIPS FOR USING THIS DECK</a:t>
            </a:r>
            <a:endParaRPr sz="1000">
              <a:solidFill>
                <a:srgbClr val="D62293"/>
              </a:solidFill>
              <a:latin typeface="Montserrat ExtraBold"/>
              <a:ea typeface="Montserrat ExtraBold"/>
              <a:cs typeface="Montserrat ExtraBold"/>
              <a:sym typeface="Montserrat ExtraBold"/>
            </a:endParaRPr>
          </a:p>
        </p:txBody>
      </p:sp>
      <p:sp>
        <p:nvSpPr>
          <p:cNvPr id="363" name="Google Shape;363;p52"/>
          <p:cNvSpPr txBox="1"/>
          <p:nvPr>
            <p:ph type="title"/>
          </p:nvPr>
        </p:nvSpPr>
        <p:spPr>
          <a:xfrm>
            <a:off x="5018025" y="1942350"/>
            <a:ext cx="3448800" cy="918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990"/>
              <a:buNone/>
            </a:pPr>
            <a:r>
              <a:rPr b="1" lang="en" sz="1000">
                <a:solidFill>
                  <a:srgbClr val="666666"/>
                </a:solidFill>
                <a:latin typeface="Montserrat"/>
                <a:ea typeface="Montserrat"/>
                <a:cs typeface="Montserrat"/>
                <a:sym typeface="Montserrat"/>
              </a:rPr>
              <a:t>Montserrat Font </a:t>
            </a:r>
            <a:r>
              <a:rPr lang="en" sz="1000">
                <a:solidFill>
                  <a:srgbClr val="666666"/>
                </a:solidFill>
                <a:latin typeface="Montserrat Medium"/>
                <a:ea typeface="Montserrat Medium"/>
                <a:cs typeface="Montserrat Medium"/>
                <a:sym typeface="Montserrat Medium"/>
              </a:rPr>
              <a:t>is the Slides version of our font</a:t>
            </a:r>
            <a:endParaRPr sz="1000">
              <a:solidFill>
                <a:srgbClr val="666666"/>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SzPts val="990"/>
              <a:buNone/>
            </a:pPr>
            <a:r>
              <a:rPr lang="en" sz="1000">
                <a:solidFill>
                  <a:srgbClr val="666666"/>
                </a:solidFill>
                <a:latin typeface="Montserrat Medium"/>
                <a:ea typeface="Montserrat Medium"/>
                <a:cs typeface="Montserrat Medium"/>
                <a:sym typeface="Montserrat Medium"/>
              </a:rPr>
              <a:t>Headers - Use Extra Bold 26pt</a:t>
            </a:r>
            <a:endParaRPr sz="1000">
              <a:solidFill>
                <a:srgbClr val="666666"/>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SzPts val="990"/>
              <a:buNone/>
            </a:pPr>
            <a:r>
              <a:rPr lang="en" sz="1000">
                <a:solidFill>
                  <a:srgbClr val="666666"/>
                </a:solidFill>
                <a:latin typeface="Montserrat Medium"/>
                <a:ea typeface="Montserrat Medium"/>
                <a:cs typeface="Montserrat Medium"/>
                <a:sym typeface="Montserrat Medium"/>
              </a:rPr>
              <a:t>Larger body copy - 20pt Medium</a:t>
            </a:r>
            <a:endParaRPr sz="1000">
              <a:solidFill>
                <a:srgbClr val="666666"/>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SzPts val="990"/>
              <a:buNone/>
            </a:pPr>
            <a:r>
              <a:rPr lang="en" sz="1000">
                <a:solidFill>
                  <a:srgbClr val="666666"/>
                </a:solidFill>
                <a:latin typeface="Montserrat Medium"/>
                <a:ea typeface="Montserrat Medium"/>
                <a:cs typeface="Montserrat Medium"/>
                <a:sym typeface="Montserrat Medium"/>
              </a:rPr>
              <a:t>Normal body copy - 16pt Medium</a:t>
            </a:r>
            <a:endParaRPr sz="1000">
              <a:solidFill>
                <a:srgbClr val="666666"/>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SzPts val="990"/>
              <a:buNone/>
            </a:pPr>
            <a:r>
              <a:rPr lang="en" sz="1000">
                <a:solidFill>
                  <a:srgbClr val="666666"/>
                </a:solidFill>
                <a:latin typeface="Montserrat Medium"/>
                <a:ea typeface="Montserrat Medium"/>
                <a:cs typeface="Montserrat Medium"/>
                <a:sym typeface="Montserrat Medium"/>
              </a:rPr>
              <a:t>Smallest Body Copy - 11pt Medium</a:t>
            </a:r>
            <a:endParaRPr sz="1000">
              <a:solidFill>
                <a:srgbClr val="666666"/>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SzPts val="990"/>
              <a:buNone/>
            </a:pPr>
            <a:r>
              <a:rPr lang="en" sz="1000">
                <a:solidFill>
                  <a:srgbClr val="666666"/>
                </a:solidFill>
                <a:latin typeface="Montserrat Medium"/>
                <a:ea typeface="Montserrat Medium"/>
                <a:cs typeface="Montserrat Medium"/>
                <a:sym typeface="Montserrat Medium"/>
              </a:rPr>
              <a:t>Line Spacing - set to 1.5</a:t>
            </a:r>
            <a:endParaRPr sz="1000">
              <a:solidFill>
                <a:srgbClr val="666666"/>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SzPts val="990"/>
              <a:buNone/>
            </a:pPr>
            <a:r>
              <a:rPr lang="en" sz="1000">
                <a:solidFill>
                  <a:srgbClr val="666666"/>
                </a:solidFill>
                <a:latin typeface="Montserrat Medium"/>
                <a:ea typeface="Montserrat Medium"/>
                <a:cs typeface="Montserrat Medium"/>
                <a:sym typeface="Montserrat Medium"/>
              </a:rPr>
              <a:t>CNCF Pink - </a:t>
            </a:r>
            <a:r>
              <a:rPr lang="en" sz="1000">
                <a:solidFill>
                  <a:srgbClr val="666666"/>
                </a:solidFill>
                <a:latin typeface="Montserrat Medium"/>
                <a:ea typeface="Montserrat Medium"/>
                <a:cs typeface="Montserrat Medium"/>
                <a:sym typeface="Montserrat Medium"/>
              </a:rPr>
              <a:t>hex code #D62293</a:t>
            </a:r>
            <a:endParaRPr sz="1000">
              <a:solidFill>
                <a:srgbClr val="666666"/>
              </a:solidFill>
              <a:latin typeface="Montserrat Medium"/>
              <a:ea typeface="Montserrat Medium"/>
              <a:cs typeface="Montserrat Medium"/>
              <a:sym typeface="Montserrat Medium"/>
            </a:endParaRPr>
          </a:p>
          <a:p>
            <a:pPr indent="0" lvl="0" marL="0" rtl="0" algn="l">
              <a:lnSpc>
                <a:spcPct val="150000"/>
              </a:lnSpc>
              <a:spcBef>
                <a:spcPts val="0"/>
              </a:spcBef>
              <a:spcAft>
                <a:spcPts val="0"/>
              </a:spcAft>
              <a:buSzPts val="990"/>
              <a:buNone/>
            </a:pPr>
            <a:r>
              <a:rPr lang="en" sz="1000">
                <a:solidFill>
                  <a:srgbClr val="666666"/>
                </a:solidFill>
                <a:latin typeface="Montserrat Medium"/>
                <a:ea typeface="Montserrat Medium"/>
                <a:cs typeface="Montserrat Medium"/>
                <a:sym typeface="Montserrat Medium"/>
              </a:rPr>
              <a:t>CNCF Blue - hex code #0086FF</a:t>
            </a:r>
            <a:endParaRPr sz="1000">
              <a:solidFill>
                <a:srgbClr val="666666"/>
              </a:solidFill>
              <a:latin typeface="Montserrat Medium"/>
              <a:ea typeface="Montserrat Medium"/>
              <a:cs typeface="Montserrat Medium"/>
              <a:sym typeface="Montserra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3"/>
          <p:cNvSpPr txBox="1"/>
          <p:nvPr/>
        </p:nvSpPr>
        <p:spPr>
          <a:xfrm>
            <a:off x="319449" y="1627250"/>
            <a:ext cx="79248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latin typeface="Montserrat"/>
                <a:ea typeface="Montserrat"/>
                <a:cs typeface="Montserrat"/>
                <a:sym typeface="Montserrat"/>
              </a:rPr>
              <a:t>PRESENTATION TITLE HERE</a:t>
            </a:r>
            <a:endParaRPr b="1" sz="4000">
              <a:latin typeface="Montserrat"/>
              <a:ea typeface="Montserrat"/>
              <a:cs typeface="Montserrat"/>
              <a:sym typeface="Montserrat"/>
            </a:endParaRPr>
          </a:p>
        </p:txBody>
      </p:sp>
      <p:sp>
        <p:nvSpPr>
          <p:cNvPr id="369" name="Google Shape;369;p53"/>
          <p:cNvSpPr txBox="1"/>
          <p:nvPr/>
        </p:nvSpPr>
        <p:spPr>
          <a:xfrm>
            <a:off x="345175" y="2415600"/>
            <a:ext cx="4294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B7B7B7"/>
                </a:solidFill>
                <a:latin typeface="Montserrat Medium"/>
                <a:ea typeface="Montserrat Medium"/>
                <a:cs typeface="Montserrat Medium"/>
                <a:sym typeface="Montserrat Medium"/>
              </a:rPr>
              <a:t>Date of Presentation</a:t>
            </a:r>
            <a:endParaRPr sz="1600">
              <a:solidFill>
                <a:srgbClr val="B7B7B7"/>
              </a:solidFill>
              <a:latin typeface="Montserrat Medium"/>
              <a:ea typeface="Montserrat Medium"/>
              <a:cs typeface="Montserrat Medium"/>
              <a:sym typeface="Montserrat Medium"/>
            </a:endParaRPr>
          </a:p>
        </p:txBody>
      </p:sp>
      <p:sp>
        <p:nvSpPr>
          <p:cNvPr id="370" name="Google Shape;370;p53"/>
          <p:cNvSpPr txBox="1"/>
          <p:nvPr/>
        </p:nvSpPr>
        <p:spPr>
          <a:xfrm>
            <a:off x="345175" y="3662300"/>
            <a:ext cx="4294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Montserrat"/>
                <a:ea typeface="Montserrat"/>
                <a:cs typeface="Montserrat"/>
                <a:sym typeface="Montserrat"/>
              </a:rPr>
              <a:t>LOCATION HERE</a:t>
            </a:r>
            <a:r>
              <a:rPr b="1" lang="en" sz="1600">
                <a:latin typeface="Montserrat"/>
                <a:ea typeface="Montserrat"/>
                <a:cs typeface="Montserrat"/>
                <a:sym typeface="Montserrat"/>
              </a:rPr>
              <a:t> (Optional)</a:t>
            </a:r>
            <a:endParaRPr b="1" sz="1600">
              <a:latin typeface="Montserrat"/>
              <a:ea typeface="Montserrat"/>
              <a:cs typeface="Montserrat"/>
              <a:sym typeface="Montserrat"/>
            </a:endParaRPr>
          </a:p>
        </p:txBody>
      </p:sp>
      <p:sp>
        <p:nvSpPr>
          <p:cNvPr id="371" name="Google Shape;371;p53"/>
          <p:cNvSpPr txBox="1"/>
          <p:nvPr/>
        </p:nvSpPr>
        <p:spPr>
          <a:xfrm>
            <a:off x="319450" y="4025950"/>
            <a:ext cx="46635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800">
                <a:solidFill>
                  <a:schemeClr val="dk1"/>
                </a:solidFill>
                <a:latin typeface="Montserrat"/>
                <a:ea typeface="Montserrat"/>
                <a:cs typeface="Montserrat"/>
                <a:sym typeface="Montserrat"/>
              </a:rPr>
              <a:t>Body copy here is left aligned and set to 8pt. Keep body copy to a maximum of 2 lines on this page to not detract from the title and important information above</a:t>
            </a:r>
            <a:endParaRPr sz="800">
              <a:solidFill>
                <a:schemeClr val="dk1"/>
              </a:solidFill>
              <a:latin typeface="Montserrat"/>
              <a:ea typeface="Montserrat"/>
              <a:cs typeface="Montserrat"/>
              <a:sym typeface="Montserrat"/>
            </a:endParaRPr>
          </a:p>
        </p:txBody>
      </p:sp>
      <p:sp>
        <p:nvSpPr>
          <p:cNvPr id="372" name="Google Shape;372;p53"/>
          <p:cNvSpPr txBox="1"/>
          <p:nvPr/>
        </p:nvSpPr>
        <p:spPr>
          <a:xfrm>
            <a:off x="2880000" y="2245100"/>
            <a:ext cx="529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73" name="Google Shape;373;p53"/>
          <p:cNvPicPr preferRelativeResize="0"/>
          <p:nvPr/>
        </p:nvPicPr>
        <p:blipFill>
          <a:blip r:embed="rId3">
            <a:alphaModFix/>
          </a:blip>
          <a:stretch>
            <a:fillRect/>
          </a:stretch>
        </p:blipFill>
        <p:spPr>
          <a:xfrm>
            <a:off x="345175" y="457200"/>
            <a:ext cx="800400" cy="800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4"/>
          <p:cNvSpPr txBox="1"/>
          <p:nvPr>
            <p:ph idx="1" type="body"/>
          </p:nvPr>
        </p:nvSpPr>
        <p:spPr>
          <a:xfrm>
            <a:off x="369775" y="1605300"/>
            <a:ext cx="7396200" cy="31170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900">
                <a:solidFill>
                  <a:schemeClr val="dk1"/>
                </a:solidFill>
                <a:latin typeface="Montserrat"/>
                <a:ea typeface="Montserrat"/>
                <a:cs typeface="Montserrat"/>
                <a:sym typeface="Montserrat"/>
              </a:rPr>
              <a:t>Body copy goes here, left aligned and where possible keep the font size to a </a:t>
            </a:r>
            <a:r>
              <a:rPr b="1" lang="en" sz="900">
                <a:solidFill>
                  <a:schemeClr val="dk1"/>
                </a:solidFill>
                <a:latin typeface="Montserrat"/>
                <a:ea typeface="Montserrat"/>
                <a:cs typeface="Montserrat"/>
                <a:sym typeface="Montserrat"/>
              </a:rPr>
              <a:t>minimum of 9pt and a maximum of 12pt.</a:t>
            </a:r>
            <a:r>
              <a:rPr lang="en" sz="900">
                <a:solidFill>
                  <a:schemeClr val="dk1"/>
                </a:solidFill>
                <a:latin typeface="Montserrat"/>
                <a:ea typeface="Montserrat"/>
                <a:cs typeface="Montserrat"/>
                <a:sym typeface="Montserrat"/>
              </a:rPr>
              <a:t> These are optimised font sizes for legibility. Line spacing should be kept to 1.5 (google slides) for paragraphs as this allows the lines to breathe and improves legibility. Where </a:t>
            </a:r>
            <a:r>
              <a:rPr lang="en" sz="900">
                <a:solidFill>
                  <a:schemeClr val="dk1"/>
                </a:solidFill>
                <a:latin typeface="Montserrat"/>
                <a:ea typeface="Montserrat"/>
                <a:cs typeface="Montserrat"/>
                <a:sym typeface="Montserrat"/>
              </a:rPr>
              <a:t>necessary</a:t>
            </a:r>
            <a:r>
              <a:rPr lang="en" sz="900">
                <a:solidFill>
                  <a:schemeClr val="dk1"/>
                </a:solidFill>
                <a:latin typeface="Montserrat"/>
                <a:ea typeface="Montserrat"/>
                <a:cs typeface="Montserrat"/>
                <a:sym typeface="Montserrat"/>
              </a:rPr>
              <a:t> </a:t>
            </a:r>
            <a:r>
              <a:rPr b="1" lang="en" sz="900">
                <a:solidFill>
                  <a:schemeClr val="dk1"/>
                </a:solidFill>
                <a:latin typeface="Montserrat"/>
                <a:ea typeface="Montserrat"/>
                <a:cs typeface="Montserrat"/>
                <a:sym typeface="Montserrat"/>
              </a:rPr>
              <a:t>bold font can be used</a:t>
            </a:r>
            <a:r>
              <a:rPr lang="en" sz="900">
                <a:solidFill>
                  <a:schemeClr val="dk1"/>
                </a:solidFill>
                <a:latin typeface="Montserrat"/>
                <a:ea typeface="Montserrat"/>
                <a:cs typeface="Montserrat"/>
                <a:sym typeface="Montserrat"/>
              </a:rPr>
              <a:t> but must remain black as to not detract too much from the rest of the text. If there is a </a:t>
            </a:r>
            <a:r>
              <a:rPr lang="en" sz="900" u="sng">
                <a:solidFill>
                  <a:srgbClr val="D62293"/>
                </a:solidFill>
                <a:latin typeface="Montserrat"/>
                <a:ea typeface="Montserrat"/>
                <a:cs typeface="Montserrat"/>
                <a:sym typeface="Montserrat"/>
              </a:rPr>
              <a:t>link in the text</a:t>
            </a:r>
            <a:r>
              <a:rPr lang="en" sz="900">
                <a:solidFill>
                  <a:schemeClr val="dk1"/>
                </a:solidFill>
                <a:latin typeface="Montserrat"/>
                <a:ea typeface="Montserrat"/>
                <a:cs typeface="Montserrat"/>
                <a:sym typeface="Montserrat"/>
              </a:rPr>
              <a:t>, it should be set to this CNCF pink colour (hex code #</a:t>
            </a:r>
            <a:r>
              <a:rPr lang="en" sz="900">
                <a:solidFill>
                  <a:schemeClr val="dk1"/>
                </a:solidFill>
                <a:highlight>
                  <a:srgbClr val="FDFDFD"/>
                </a:highlight>
                <a:latin typeface="Montserrat"/>
                <a:ea typeface="Montserrat"/>
                <a:cs typeface="Montserrat"/>
                <a:sym typeface="Montserrat"/>
              </a:rPr>
              <a:t>D62293)</a:t>
            </a:r>
            <a:r>
              <a:rPr lang="en" sz="900">
                <a:solidFill>
                  <a:schemeClr val="dk1"/>
                </a:solidFill>
                <a:latin typeface="Montserrat"/>
                <a:ea typeface="Montserrat"/>
                <a:cs typeface="Montserrat"/>
                <a:sym typeface="Montserrat"/>
              </a:rPr>
              <a:t> throughout all slides for consistency. Page dividers should alternate between blue and pink slides, each section containing pages with a coloured box in the top left corner to indicate the section colour (as seen above).</a:t>
            </a:r>
            <a:endParaRPr sz="900">
              <a:solidFill>
                <a:schemeClr val="dk1"/>
              </a:solidFill>
              <a:latin typeface="Montserrat"/>
              <a:ea typeface="Montserrat"/>
              <a:cs typeface="Montserrat"/>
              <a:sym typeface="Montserrat"/>
            </a:endParaRPr>
          </a:p>
          <a:p>
            <a:pPr indent="0" lvl="0" marL="0" rtl="0" algn="l">
              <a:lnSpc>
                <a:spcPct val="150000"/>
              </a:lnSpc>
              <a:spcBef>
                <a:spcPts val="0"/>
              </a:spcBef>
              <a:spcAft>
                <a:spcPts val="1200"/>
              </a:spcAft>
              <a:buNone/>
            </a:pPr>
            <a:r>
              <a:t/>
            </a:r>
            <a:endParaRPr/>
          </a:p>
        </p:txBody>
      </p:sp>
      <p:sp>
        <p:nvSpPr>
          <p:cNvPr id="379" name="Google Shape;379;p54"/>
          <p:cNvSpPr txBox="1"/>
          <p:nvPr>
            <p:ph type="title"/>
          </p:nvPr>
        </p:nvSpPr>
        <p:spPr>
          <a:xfrm>
            <a:off x="347725" y="290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latin typeface="Montserrat ExtraBold"/>
                <a:ea typeface="Montserrat ExtraBold"/>
                <a:cs typeface="Montserrat ExtraBold"/>
                <a:sym typeface="Montserrat ExtraBold"/>
              </a:rPr>
              <a:t>TEXT HEAVY PAGE</a:t>
            </a:r>
            <a:endParaRPr sz="2600">
              <a:latin typeface="Montserrat ExtraBold"/>
              <a:ea typeface="Montserrat ExtraBold"/>
              <a:cs typeface="Montserrat ExtraBold"/>
              <a:sym typeface="Montserrat ExtraBold"/>
            </a:endParaRPr>
          </a:p>
        </p:txBody>
      </p:sp>
      <p:sp>
        <p:nvSpPr>
          <p:cNvPr id="380" name="Google Shape;380;p54"/>
          <p:cNvSpPr/>
          <p:nvPr/>
        </p:nvSpPr>
        <p:spPr>
          <a:xfrm>
            <a:off x="457200" y="0"/>
            <a:ext cx="914400" cy="109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5"/>
          <p:cNvSpPr txBox="1"/>
          <p:nvPr>
            <p:ph type="title"/>
          </p:nvPr>
        </p:nvSpPr>
        <p:spPr>
          <a:xfrm>
            <a:off x="347725" y="290725"/>
            <a:ext cx="8513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latin typeface="Montserrat ExtraBold"/>
                <a:ea typeface="Montserrat ExtraBold"/>
                <a:cs typeface="Montserrat ExtraBold"/>
                <a:sym typeface="Montserrat ExtraBold"/>
              </a:rPr>
              <a:t>SIMPLE BULLET POINTS</a:t>
            </a:r>
            <a:endParaRPr sz="2600">
              <a:latin typeface="Montserrat ExtraBold"/>
              <a:ea typeface="Montserrat ExtraBold"/>
              <a:cs typeface="Montserrat ExtraBold"/>
              <a:sym typeface="Montserrat ExtraBold"/>
            </a:endParaRPr>
          </a:p>
        </p:txBody>
      </p:sp>
      <p:sp>
        <p:nvSpPr>
          <p:cNvPr id="386" name="Google Shape;386;p55"/>
          <p:cNvSpPr/>
          <p:nvPr/>
        </p:nvSpPr>
        <p:spPr>
          <a:xfrm>
            <a:off x="457200" y="0"/>
            <a:ext cx="914400" cy="109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5"/>
          <p:cNvSpPr txBox="1"/>
          <p:nvPr/>
        </p:nvSpPr>
        <p:spPr>
          <a:xfrm>
            <a:off x="369775" y="1168375"/>
            <a:ext cx="5862600" cy="26166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800"/>
              </a:spcBef>
              <a:spcAft>
                <a:spcPts val="0"/>
              </a:spcAft>
              <a:buSzPts val="1200"/>
              <a:buChar char="●"/>
            </a:pPr>
            <a:r>
              <a:rPr b="1" lang="en" sz="1200">
                <a:solidFill>
                  <a:schemeClr val="dk1"/>
                </a:solidFill>
                <a:latin typeface="Montserrat"/>
                <a:ea typeface="Montserrat"/>
                <a:cs typeface="Montserrat"/>
                <a:sym typeface="Montserrat"/>
              </a:rPr>
              <a:t>Heading 1:  </a:t>
            </a:r>
            <a:r>
              <a:rPr lang="en" sz="1200">
                <a:solidFill>
                  <a:schemeClr val="dk1"/>
                </a:solidFill>
                <a:latin typeface="Montserrat Medium"/>
                <a:ea typeface="Montserrat Medium"/>
                <a:cs typeface="Montserrat Medium"/>
                <a:sym typeface="Montserrat Medium"/>
              </a:rPr>
              <a:t>Information to go here, any bold text in black and links in pink (</a:t>
            </a:r>
            <a:r>
              <a:rPr lang="en" sz="1200" u="sng">
                <a:solidFill>
                  <a:srgbClr val="D62293"/>
                </a:solidFill>
                <a:latin typeface="Montserrat Medium"/>
                <a:ea typeface="Montserrat Medium"/>
                <a:cs typeface="Montserrat Medium"/>
                <a:sym typeface="Montserrat Medium"/>
                <a:hlinkClick r:id="rId3">
                  <a:extLst>
                    <a:ext uri="{A12FA001-AC4F-418D-AE19-62706E023703}">
                      <ahyp:hlinkClr val="tx"/>
                    </a:ext>
                  </a:extLst>
                </a:hlinkClick>
              </a:rPr>
              <a:t>link</a:t>
            </a:r>
            <a:r>
              <a:rPr lang="en" sz="1200">
                <a:solidFill>
                  <a:schemeClr val="dk1"/>
                </a:solidFill>
                <a:latin typeface="Montserrat Medium"/>
                <a:ea typeface="Montserrat Medium"/>
                <a:cs typeface="Montserrat Medium"/>
                <a:sym typeface="Montserrat Medium"/>
              </a:rPr>
              <a:t>).</a:t>
            </a:r>
            <a:endParaRPr sz="1200">
              <a:solidFill>
                <a:schemeClr val="dk1"/>
              </a:solidFill>
              <a:latin typeface="Montserrat Medium"/>
              <a:ea typeface="Montserrat Medium"/>
              <a:cs typeface="Montserrat Medium"/>
              <a:sym typeface="Montserrat Medium"/>
            </a:endParaRPr>
          </a:p>
          <a:p>
            <a:pPr indent="-304800" lvl="0" marL="457200" rtl="0" algn="l">
              <a:lnSpc>
                <a:spcPct val="150000"/>
              </a:lnSpc>
              <a:spcBef>
                <a:spcPts val="1200"/>
              </a:spcBef>
              <a:spcAft>
                <a:spcPts val="0"/>
              </a:spcAft>
              <a:buClr>
                <a:schemeClr val="dk1"/>
              </a:buClr>
              <a:buSzPts val="1200"/>
              <a:buFont typeface="Montserrat Medium"/>
              <a:buChar char="●"/>
            </a:pPr>
            <a:r>
              <a:rPr b="1" lang="en" sz="1200">
                <a:solidFill>
                  <a:schemeClr val="dk1"/>
                </a:solidFill>
                <a:latin typeface="Montserrat"/>
                <a:ea typeface="Montserrat"/>
                <a:cs typeface="Montserrat"/>
                <a:sym typeface="Montserrat"/>
              </a:rPr>
              <a:t>Heading 2:  </a:t>
            </a:r>
            <a:r>
              <a:rPr lang="en" sz="1200">
                <a:solidFill>
                  <a:schemeClr val="dk1"/>
                </a:solidFill>
                <a:latin typeface="Montserrat"/>
                <a:ea typeface="Montserrat"/>
                <a:cs typeface="Montserrat"/>
                <a:sym typeface="Montserrat"/>
              </a:rPr>
              <a:t>Body copy goes here, left aligned and where possible keep the font size to a minimum of 9pt and a maximum of 12pt. These are optimised font sizes for legibility. </a:t>
            </a:r>
            <a:endParaRPr sz="1500">
              <a:solidFill>
                <a:schemeClr val="dk1"/>
              </a:solidFill>
              <a:latin typeface="Montserrat Medium"/>
              <a:ea typeface="Montserrat Medium"/>
              <a:cs typeface="Montserrat Medium"/>
              <a:sym typeface="Montserrat Medium"/>
            </a:endParaRPr>
          </a:p>
          <a:p>
            <a:pPr indent="-304800" lvl="0" marL="457200" rtl="0" algn="l">
              <a:lnSpc>
                <a:spcPct val="150000"/>
              </a:lnSpc>
              <a:spcBef>
                <a:spcPts val="1200"/>
              </a:spcBef>
              <a:spcAft>
                <a:spcPts val="1200"/>
              </a:spcAft>
              <a:buClr>
                <a:schemeClr val="dk1"/>
              </a:buClr>
              <a:buSzPts val="1200"/>
              <a:buFont typeface="Montserrat Medium"/>
              <a:buChar char="●"/>
            </a:pPr>
            <a:r>
              <a:rPr b="1" lang="en" sz="1200">
                <a:solidFill>
                  <a:schemeClr val="dk1"/>
                </a:solidFill>
                <a:latin typeface="Montserrat"/>
                <a:ea typeface="Montserrat"/>
                <a:cs typeface="Montserrat"/>
                <a:sym typeface="Montserrat"/>
              </a:rPr>
              <a:t>Heading 3:  </a:t>
            </a:r>
            <a:r>
              <a:rPr lang="en" sz="1200">
                <a:solidFill>
                  <a:schemeClr val="dk1"/>
                </a:solidFill>
                <a:latin typeface="Montserrat"/>
                <a:ea typeface="Montserrat"/>
                <a:cs typeface="Montserrat"/>
                <a:sym typeface="Montserrat"/>
              </a:rPr>
              <a:t>Line spacing should be kept to 1.5 (google slides) for paragraphs as this allows the lines to breathe and improves legibility. When using bullet points please apply “space after list item”.</a:t>
            </a:r>
            <a:endParaRPr sz="15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6"/>
          <p:cNvSpPr txBox="1"/>
          <p:nvPr/>
        </p:nvSpPr>
        <p:spPr>
          <a:xfrm>
            <a:off x="5827750" y="1326450"/>
            <a:ext cx="1940700" cy="815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4100">
                <a:solidFill>
                  <a:srgbClr val="D62293"/>
                </a:solidFill>
                <a:latin typeface="Montserrat ExtraBold"/>
                <a:ea typeface="Montserrat ExtraBold"/>
                <a:cs typeface="Montserrat ExtraBold"/>
                <a:sym typeface="Montserrat ExtraBold"/>
              </a:rPr>
              <a:t>+xxx%</a:t>
            </a:r>
            <a:endParaRPr sz="4000">
              <a:solidFill>
                <a:srgbClr val="D62293"/>
              </a:solidFill>
              <a:latin typeface="Montserrat ExtraBold"/>
              <a:ea typeface="Montserrat ExtraBold"/>
              <a:cs typeface="Montserrat ExtraBold"/>
              <a:sym typeface="Montserrat ExtraBold"/>
            </a:endParaRPr>
          </a:p>
        </p:txBody>
      </p:sp>
      <p:sp>
        <p:nvSpPr>
          <p:cNvPr id="393" name="Google Shape;393;p56"/>
          <p:cNvSpPr txBox="1"/>
          <p:nvPr/>
        </p:nvSpPr>
        <p:spPr>
          <a:xfrm>
            <a:off x="5827750" y="2777475"/>
            <a:ext cx="1987800" cy="815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4100">
                <a:solidFill>
                  <a:srgbClr val="D62293"/>
                </a:solidFill>
                <a:latin typeface="Montserrat ExtraBold"/>
                <a:ea typeface="Montserrat ExtraBold"/>
                <a:cs typeface="Montserrat ExtraBold"/>
                <a:sym typeface="Montserrat ExtraBold"/>
              </a:rPr>
              <a:t>+x,xxx</a:t>
            </a:r>
            <a:endParaRPr sz="4000">
              <a:solidFill>
                <a:srgbClr val="D62293"/>
              </a:solidFill>
              <a:latin typeface="Montserrat ExtraBold"/>
              <a:ea typeface="Montserrat ExtraBold"/>
              <a:cs typeface="Montserrat ExtraBold"/>
              <a:sym typeface="Montserrat ExtraBold"/>
            </a:endParaRPr>
          </a:p>
        </p:txBody>
      </p:sp>
      <p:sp>
        <p:nvSpPr>
          <p:cNvPr id="394" name="Google Shape;394;p56"/>
          <p:cNvSpPr txBox="1"/>
          <p:nvPr/>
        </p:nvSpPr>
        <p:spPr>
          <a:xfrm>
            <a:off x="5874900" y="2026825"/>
            <a:ext cx="1940700" cy="55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400">
                <a:solidFill>
                  <a:schemeClr val="dk1"/>
                </a:solidFill>
                <a:latin typeface="Montserrat Medium"/>
                <a:ea typeface="Montserrat Medium"/>
                <a:cs typeface="Montserrat Medium"/>
                <a:sym typeface="Montserrat Medium"/>
              </a:rPr>
              <a:t>Companies</a:t>
            </a:r>
            <a:endParaRPr sz="2400">
              <a:solidFill>
                <a:schemeClr val="dk1"/>
              </a:solidFill>
              <a:latin typeface="Montserrat Medium"/>
              <a:ea typeface="Montserrat Medium"/>
              <a:cs typeface="Montserrat Medium"/>
              <a:sym typeface="Montserrat Medium"/>
            </a:endParaRPr>
          </a:p>
        </p:txBody>
      </p:sp>
      <p:sp>
        <p:nvSpPr>
          <p:cNvPr id="395" name="Google Shape;395;p56"/>
          <p:cNvSpPr txBox="1"/>
          <p:nvPr/>
        </p:nvSpPr>
        <p:spPr>
          <a:xfrm>
            <a:off x="5874900" y="3494400"/>
            <a:ext cx="2202300" cy="55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400">
                <a:solidFill>
                  <a:schemeClr val="dk1"/>
                </a:solidFill>
                <a:latin typeface="Montserrat Medium"/>
                <a:ea typeface="Montserrat Medium"/>
                <a:cs typeface="Montserrat Medium"/>
                <a:sym typeface="Montserrat Medium"/>
              </a:rPr>
              <a:t>Contributors</a:t>
            </a:r>
            <a:endParaRPr sz="2400">
              <a:solidFill>
                <a:schemeClr val="dk1"/>
              </a:solidFill>
              <a:latin typeface="Montserrat Medium"/>
              <a:ea typeface="Montserrat Medium"/>
              <a:cs typeface="Montserrat Medium"/>
              <a:sym typeface="Montserrat Medium"/>
            </a:endParaRPr>
          </a:p>
        </p:txBody>
      </p:sp>
      <p:sp>
        <p:nvSpPr>
          <p:cNvPr id="396" name="Google Shape;396;p56"/>
          <p:cNvSpPr txBox="1"/>
          <p:nvPr>
            <p:ph type="title"/>
          </p:nvPr>
        </p:nvSpPr>
        <p:spPr>
          <a:xfrm>
            <a:off x="347725" y="290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latin typeface="Montserrat ExtraBold"/>
                <a:ea typeface="Montserrat ExtraBold"/>
                <a:cs typeface="Montserrat ExtraBold"/>
                <a:sym typeface="Montserrat ExtraBold"/>
              </a:rPr>
              <a:t>4 x STATS PAGE</a:t>
            </a:r>
            <a:endParaRPr sz="2600">
              <a:latin typeface="Montserrat ExtraBold"/>
              <a:ea typeface="Montserrat ExtraBold"/>
              <a:cs typeface="Montserrat ExtraBold"/>
              <a:sym typeface="Montserrat ExtraBold"/>
            </a:endParaRPr>
          </a:p>
        </p:txBody>
      </p:sp>
      <p:sp>
        <p:nvSpPr>
          <p:cNvPr id="397" name="Google Shape;397;p56"/>
          <p:cNvSpPr txBox="1"/>
          <p:nvPr/>
        </p:nvSpPr>
        <p:spPr>
          <a:xfrm>
            <a:off x="557750" y="1308784"/>
            <a:ext cx="3277500" cy="815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4100">
                <a:solidFill>
                  <a:srgbClr val="D62293"/>
                </a:solidFill>
                <a:latin typeface="Montserrat ExtraBold"/>
                <a:ea typeface="Montserrat ExtraBold"/>
                <a:cs typeface="Montserrat ExtraBold"/>
                <a:sym typeface="Montserrat ExtraBold"/>
              </a:rPr>
              <a:t>xx%</a:t>
            </a:r>
            <a:endParaRPr sz="4000">
              <a:solidFill>
                <a:srgbClr val="D62293"/>
              </a:solidFill>
              <a:latin typeface="Montserrat ExtraBold"/>
              <a:ea typeface="Montserrat ExtraBold"/>
              <a:cs typeface="Montserrat ExtraBold"/>
              <a:sym typeface="Montserrat ExtraBold"/>
            </a:endParaRPr>
          </a:p>
        </p:txBody>
      </p:sp>
      <p:sp>
        <p:nvSpPr>
          <p:cNvPr id="398" name="Google Shape;398;p56"/>
          <p:cNvSpPr txBox="1"/>
          <p:nvPr/>
        </p:nvSpPr>
        <p:spPr>
          <a:xfrm>
            <a:off x="557750" y="2759813"/>
            <a:ext cx="3977700" cy="815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4100">
                <a:solidFill>
                  <a:srgbClr val="D62293"/>
                </a:solidFill>
                <a:latin typeface="Montserrat ExtraBold"/>
                <a:ea typeface="Montserrat ExtraBold"/>
                <a:cs typeface="Montserrat ExtraBold"/>
                <a:sym typeface="Montserrat ExtraBold"/>
              </a:rPr>
              <a:t>xx</a:t>
            </a:r>
            <a:endParaRPr sz="4000">
              <a:solidFill>
                <a:srgbClr val="D62293"/>
              </a:solidFill>
              <a:latin typeface="Montserrat ExtraBold"/>
              <a:ea typeface="Montserrat ExtraBold"/>
              <a:cs typeface="Montserrat ExtraBold"/>
              <a:sym typeface="Montserrat ExtraBold"/>
            </a:endParaRPr>
          </a:p>
        </p:txBody>
      </p:sp>
      <p:sp>
        <p:nvSpPr>
          <p:cNvPr id="399" name="Google Shape;399;p56"/>
          <p:cNvSpPr txBox="1"/>
          <p:nvPr/>
        </p:nvSpPr>
        <p:spPr>
          <a:xfrm>
            <a:off x="604900" y="2009175"/>
            <a:ext cx="3977700" cy="55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400">
                <a:solidFill>
                  <a:schemeClr val="dk1"/>
                </a:solidFill>
                <a:latin typeface="Montserrat Medium"/>
                <a:ea typeface="Montserrat Medium"/>
                <a:cs typeface="Montserrat Medium"/>
                <a:sym typeface="Montserrat Medium"/>
              </a:rPr>
              <a:t>Contributions</a:t>
            </a:r>
            <a:endParaRPr sz="2400">
              <a:solidFill>
                <a:schemeClr val="dk1"/>
              </a:solidFill>
              <a:latin typeface="Montserrat Medium"/>
              <a:ea typeface="Montserrat Medium"/>
              <a:cs typeface="Montserrat Medium"/>
              <a:sym typeface="Montserrat Medium"/>
            </a:endParaRPr>
          </a:p>
        </p:txBody>
      </p:sp>
      <p:sp>
        <p:nvSpPr>
          <p:cNvPr id="400" name="Google Shape;400;p56"/>
          <p:cNvSpPr txBox="1"/>
          <p:nvPr/>
        </p:nvSpPr>
        <p:spPr>
          <a:xfrm>
            <a:off x="604900" y="3494400"/>
            <a:ext cx="4512900" cy="55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400">
                <a:solidFill>
                  <a:schemeClr val="dk1"/>
                </a:solidFill>
                <a:latin typeface="Montserrat Medium"/>
                <a:ea typeface="Montserrat Medium"/>
                <a:cs typeface="Montserrat Medium"/>
                <a:sym typeface="Montserrat Medium"/>
              </a:rPr>
              <a:t>Documentation Commits</a:t>
            </a:r>
            <a:endParaRPr sz="2400">
              <a:solidFill>
                <a:schemeClr val="dk1"/>
              </a:solidFill>
              <a:latin typeface="Montserrat Medium"/>
              <a:ea typeface="Montserrat Medium"/>
              <a:cs typeface="Montserrat Medium"/>
              <a:sym typeface="Montserrat Medium"/>
            </a:endParaRPr>
          </a:p>
        </p:txBody>
      </p:sp>
      <p:sp>
        <p:nvSpPr>
          <p:cNvPr id="401" name="Google Shape;401;p56"/>
          <p:cNvSpPr/>
          <p:nvPr/>
        </p:nvSpPr>
        <p:spPr>
          <a:xfrm>
            <a:off x="457200" y="0"/>
            <a:ext cx="914400" cy="109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7"/>
          <p:cNvSpPr/>
          <p:nvPr/>
        </p:nvSpPr>
        <p:spPr>
          <a:xfrm>
            <a:off x="6523775" y="1242775"/>
            <a:ext cx="1269300" cy="1269300"/>
          </a:xfrm>
          <a:prstGeom prst="ellipse">
            <a:avLst/>
          </a:prstGeom>
          <a:solidFill>
            <a:srgbClr val="FFAB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7"/>
          <p:cNvSpPr/>
          <p:nvPr/>
        </p:nvSpPr>
        <p:spPr>
          <a:xfrm>
            <a:off x="3705975" y="1242775"/>
            <a:ext cx="1269300" cy="1269300"/>
          </a:xfrm>
          <a:prstGeom prst="ellipse">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7"/>
          <p:cNvSpPr/>
          <p:nvPr/>
        </p:nvSpPr>
        <p:spPr>
          <a:xfrm>
            <a:off x="1068900" y="1242775"/>
            <a:ext cx="1269300" cy="1269300"/>
          </a:xfrm>
          <a:prstGeom prst="ellipse">
            <a:avLst/>
          </a:prstGeom>
          <a:solidFill>
            <a:srgbClr val="D62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7"/>
          <p:cNvSpPr txBox="1"/>
          <p:nvPr/>
        </p:nvSpPr>
        <p:spPr>
          <a:xfrm>
            <a:off x="322575" y="361508"/>
            <a:ext cx="8036100" cy="50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600">
                <a:latin typeface="Montserrat ExtraBold"/>
                <a:ea typeface="Montserrat ExtraBold"/>
                <a:cs typeface="Montserrat ExtraBold"/>
                <a:sym typeface="Montserrat ExtraBold"/>
              </a:rPr>
              <a:t>DATA RESULTS </a:t>
            </a:r>
            <a:r>
              <a:rPr lang="en" sz="2600">
                <a:latin typeface="Montserrat ExtraBold"/>
                <a:ea typeface="Montserrat ExtraBold"/>
                <a:cs typeface="Montserrat ExtraBold"/>
                <a:sym typeface="Montserrat ExtraBold"/>
              </a:rPr>
              <a:t>PAGE</a:t>
            </a:r>
            <a:endParaRPr sz="2600">
              <a:solidFill>
                <a:srgbClr val="000000"/>
              </a:solidFill>
              <a:latin typeface="Montserrat ExtraBold"/>
              <a:ea typeface="Montserrat ExtraBold"/>
              <a:cs typeface="Montserrat ExtraBold"/>
              <a:sym typeface="Montserrat ExtraBold"/>
            </a:endParaRPr>
          </a:p>
        </p:txBody>
      </p:sp>
      <p:sp>
        <p:nvSpPr>
          <p:cNvPr id="410" name="Google Shape;410;p57"/>
          <p:cNvSpPr txBox="1"/>
          <p:nvPr/>
        </p:nvSpPr>
        <p:spPr>
          <a:xfrm>
            <a:off x="1186950" y="1569325"/>
            <a:ext cx="1033200" cy="665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b="1" lang="en" sz="2900">
                <a:solidFill>
                  <a:srgbClr val="FFFFFF"/>
                </a:solidFill>
                <a:latin typeface="Montserrat"/>
                <a:ea typeface="Montserrat"/>
                <a:cs typeface="Montserrat"/>
                <a:sym typeface="Montserrat"/>
              </a:rPr>
              <a:t>84%</a:t>
            </a:r>
            <a:endParaRPr b="1" sz="2900">
              <a:solidFill>
                <a:srgbClr val="FFFFFF"/>
              </a:solidFill>
              <a:latin typeface="Montserrat"/>
              <a:ea typeface="Montserrat"/>
              <a:cs typeface="Montserrat"/>
              <a:sym typeface="Montserrat"/>
            </a:endParaRPr>
          </a:p>
        </p:txBody>
      </p:sp>
      <p:sp>
        <p:nvSpPr>
          <p:cNvPr id="411" name="Google Shape;411;p57"/>
          <p:cNvSpPr txBox="1"/>
          <p:nvPr/>
        </p:nvSpPr>
        <p:spPr>
          <a:xfrm>
            <a:off x="598800" y="2625795"/>
            <a:ext cx="2209500" cy="890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000000"/>
                </a:solidFill>
                <a:latin typeface="Montserrat Medium"/>
                <a:ea typeface="Montserrat Medium"/>
                <a:cs typeface="Montserrat Medium"/>
                <a:sym typeface="Montserrat Medium"/>
              </a:rPr>
              <a:t>Maintainer Satisfaction</a:t>
            </a:r>
            <a:r>
              <a:rPr lang="en" sz="1100">
                <a:latin typeface="Montserrat Medium"/>
                <a:ea typeface="Montserrat Medium"/>
                <a:cs typeface="Montserrat Medium"/>
                <a:sym typeface="Montserrat Medium"/>
              </a:rPr>
              <a:t>:</a:t>
            </a:r>
            <a:r>
              <a:rPr lang="en" sz="1100">
                <a:solidFill>
                  <a:srgbClr val="000000"/>
                </a:solidFill>
                <a:latin typeface="Montserrat Medium"/>
                <a:ea typeface="Montserrat Medium"/>
                <a:cs typeface="Montserrat Medium"/>
                <a:sym typeface="Montserrat Medium"/>
              </a:rPr>
              <a:t> 117 maintainers reporting in</a:t>
            </a:r>
            <a:endParaRPr sz="1100">
              <a:solidFill>
                <a:srgbClr val="6AA84F"/>
              </a:solidFill>
              <a:latin typeface="Montserrat Medium"/>
              <a:ea typeface="Montserrat Medium"/>
              <a:cs typeface="Montserrat Medium"/>
              <a:sym typeface="Montserrat Medium"/>
            </a:endParaRPr>
          </a:p>
          <a:p>
            <a:pPr indent="0" lvl="0" marL="0" rtl="0" algn="ctr">
              <a:lnSpc>
                <a:spcPct val="115000"/>
              </a:lnSpc>
              <a:spcBef>
                <a:spcPts val="1200"/>
              </a:spcBef>
              <a:spcAft>
                <a:spcPts val="0"/>
              </a:spcAft>
              <a:buNone/>
            </a:pPr>
            <a:r>
              <a:rPr b="1" lang="en" sz="1100">
                <a:solidFill>
                  <a:srgbClr val="6AA84F"/>
                </a:solidFill>
                <a:latin typeface="Montserrat"/>
                <a:ea typeface="Montserrat"/>
                <a:cs typeface="Montserrat"/>
                <a:sym typeface="Montserrat"/>
              </a:rPr>
              <a:t>= 2021 (from 84%)</a:t>
            </a:r>
            <a:endParaRPr b="1" sz="1100">
              <a:solidFill>
                <a:srgbClr val="6AA84F"/>
              </a:solidFill>
              <a:latin typeface="Montserrat"/>
              <a:ea typeface="Montserrat"/>
              <a:cs typeface="Montserrat"/>
              <a:sym typeface="Montserrat"/>
            </a:endParaRPr>
          </a:p>
          <a:p>
            <a:pPr indent="0" lvl="0" marL="0" rtl="0" algn="ctr">
              <a:lnSpc>
                <a:spcPct val="115000"/>
              </a:lnSpc>
              <a:spcBef>
                <a:spcPts val="1200"/>
              </a:spcBef>
              <a:spcAft>
                <a:spcPts val="0"/>
              </a:spcAft>
              <a:buNone/>
            </a:pPr>
            <a:r>
              <a:rPr b="1" lang="en" sz="1100">
                <a:solidFill>
                  <a:srgbClr val="6AA84F"/>
                </a:solidFill>
                <a:latin typeface="Montserrat"/>
                <a:ea typeface="Montserrat"/>
                <a:cs typeface="Montserrat"/>
                <a:sym typeface="Montserrat"/>
              </a:rPr>
              <a:t>&gt; 2020 (from 83%)</a:t>
            </a:r>
            <a:endParaRPr b="1" sz="1100">
              <a:solidFill>
                <a:srgbClr val="6AA84F"/>
              </a:solidFill>
              <a:latin typeface="Montserrat"/>
              <a:ea typeface="Montserrat"/>
              <a:cs typeface="Montserrat"/>
              <a:sym typeface="Montserrat"/>
            </a:endParaRPr>
          </a:p>
          <a:p>
            <a:pPr indent="0" lvl="0" marL="0" rtl="0" algn="ctr">
              <a:lnSpc>
                <a:spcPct val="115000"/>
              </a:lnSpc>
              <a:spcBef>
                <a:spcPts val="1200"/>
              </a:spcBef>
              <a:spcAft>
                <a:spcPts val="1200"/>
              </a:spcAft>
              <a:buNone/>
            </a:pPr>
            <a:r>
              <a:rPr b="1" lang="en" sz="1100">
                <a:solidFill>
                  <a:srgbClr val="6AA84F"/>
                </a:solidFill>
                <a:latin typeface="Montserrat"/>
                <a:ea typeface="Montserrat"/>
                <a:cs typeface="Montserrat"/>
                <a:sym typeface="Montserrat"/>
              </a:rPr>
              <a:t>&gt; 2019 (from 80%)</a:t>
            </a:r>
            <a:endParaRPr b="1" sz="1100">
              <a:solidFill>
                <a:srgbClr val="6AA84F"/>
              </a:solidFill>
              <a:latin typeface="Montserrat"/>
              <a:ea typeface="Montserrat"/>
              <a:cs typeface="Montserrat"/>
              <a:sym typeface="Montserrat"/>
            </a:endParaRPr>
          </a:p>
        </p:txBody>
      </p:sp>
      <p:sp>
        <p:nvSpPr>
          <p:cNvPr id="412" name="Google Shape;412;p57"/>
          <p:cNvSpPr txBox="1"/>
          <p:nvPr/>
        </p:nvSpPr>
        <p:spPr>
          <a:xfrm>
            <a:off x="3800025" y="1569325"/>
            <a:ext cx="1081200" cy="52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b="1" lang="en" sz="2900">
                <a:solidFill>
                  <a:srgbClr val="FFFFFF"/>
                </a:solidFill>
                <a:latin typeface="Montserrat"/>
                <a:ea typeface="Montserrat"/>
                <a:cs typeface="Montserrat"/>
                <a:sym typeface="Montserrat"/>
              </a:rPr>
              <a:t>90%</a:t>
            </a:r>
            <a:endParaRPr b="1" sz="2900">
              <a:solidFill>
                <a:srgbClr val="FFFFFF"/>
              </a:solidFill>
              <a:latin typeface="Montserrat"/>
              <a:ea typeface="Montserrat"/>
              <a:cs typeface="Montserrat"/>
              <a:sym typeface="Montserrat"/>
            </a:endParaRPr>
          </a:p>
        </p:txBody>
      </p:sp>
      <p:sp>
        <p:nvSpPr>
          <p:cNvPr id="413" name="Google Shape;413;p57"/>
          <p:cNvSpPr txBox="1"/>
          <p:nvPr/>
        </p:nvSpPr>
        <p:spPr>
          <a:xfrm>
            <a:off x="3153225" y="2625800"/>
            <a:ext cx="2374800" cy="890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000000"/>
                </a:solidFill>
                <a:latin typeface="Montserrat Medium"/>
                <a:ea typeface="Montserrat Medium"/>
                <a:cs typeface="Montserrat Medium"/>
                <a:sym typeface="Montserrat Medium"/>
              </a:rPr>
              <a:t>90% of maintainers are satisfied with CNCF staff response time</a:t>
            </a:r>
            <a:endParaRPr sz="1100">
              <a:solidFill>
                <a:srgbClr val="000000"/>
              </a:solidFill>
              <a:latin typeface="Montserrat Medium"/>
              <a:ea typeface="Montserrat Medium"/>
              <a:cs typeface="Montserrat Medium"/>
              <a:sym typeface="Montserrat Medium"/>
            </a:endParaRPr>
          </a:p>
          <a:p>
            <a:pPr indent="0" lvl="0" marL="0" rtl="0" algn="ctr">
              <a:lnSpc>
                <a:spcPct val="115000"/>
              </a:lnSpc>
              <a:spcBef>
                <a:spcPts val="1200"/>
              </a:spcBef>
              <a:spcAft>
                <a:spcPts val="0"/>
              </a:spcAft>
              <a:buNone/>
            </a:pPr>
            <a:r>
              <a:rPr b="1" lang="en" sz="1100">
                <a:solidFill>
                  <a:srgbClr val="6AA84F"/>
                </a:solidFill>
                <a:latin typeface="Montserrat"/>
                <a:ea typeface="Montserrat"/>
                <a:cs typeface="Montserrat"/>
                <a:sym typeface="Montserrat"/>
              </a:rPr>
              <a:t>&lt;= 2021 (from 93%)</a:t>
            </a:r>
            <a:endParaRPr b="1" sz="1100">
              <a:solidFill>
                <a:srgbClr val="6AA84F"/>
              </a:solidFill>
              <a:latin typeface="Montserrat"/>
              <a:ea typeface="Montserrat"/>
              <a:cs typeface="Montserrat"/>
              <a:sym typeface="Montserrat"/>
            </a:endParaRPr>
          </a:p>
          <a:p>
            <a:pPr indent="0" lvl="0" marL="0" rtl="0" algn="ctr">
              <a:lnSpc>
                <a:spcPct val="115000"/>
              </a:lnSpc>
              <a:spcBef>
                <a:spcPts val="1200"/>
              </a:spcBef>
              <a:spcAft>
                <a:spcPts val="0"/>
              </a:spcAft>
              <a:buNone/>
            </a:pPr>
            <a:r>
              <a:rPr b="1" lang="en" sz="1100">
                <a:solidFill>
                  <a:srgbClr val="6AA84F"/>
                </a:solidFill>
                <a:latin typeface="Montserrat"/>
                <a:ea typeface="Montserrat"/>
                <a:cs typeface="Montserrat"/>
                <a:sym typeface="Montserrat"/>
              </a:rPr>
              <a:t>&lt;= 2020 (from 92%)</a:t>
            </a:r>
            <a:endParaRPr b="1" sz="1100">
              <a:solidFill>
                <a:srgbClr val="6AA84F"/>
              </a:solidFill>
              <a:latin typeface="Montserrat"/>
              <a:ea typeface="Montserrat"/>
              <a:cs typeface="Montserrat"/>
              <a:sym typeface="Montserrat"/>
            </a:endParaRPr>
          </a:p>
          <a:p>
            <a:pPr indent="0" lvl="0" marL="0" rtl="0" algn="ctr">
              <a:lnSpc>
                <a:spcPct val="115000"/>
              </a:lnSpc>
              <a:spcBef>
                <a:spcPts val="1200"/>
              </a:spcBef>
              <a:spcAft>
                <a:spcPts val="0"/>
              </a:spcAft>
              <a:buNone/>
            </a:pPr>
            <a:r>
              <a:rPr b="1" lang="en" sz="1100">
                <a:solidFill>
                  <a:srgbClr val="6AA84F"/>
                </a:solidFill>
                <a:latin typeface="Montserrat"/>
                <a:ea typeface="Montserrat"/>
                <a:cs typeface="Montserrat"/>
                <a:sym typeface="Montserrat"/>
              </a:rPr>
              <a:t>&gt; 2019 (from 84%)</a:t>
            </a:r>
            <a:endParaRPr b="1" sz="1100">
              <a:solidFill>
                <a:srgbClr val="6AA84F"/>
              </a:solidFill>
              <a:latin typeface="Montserrat"/>
              <a:ea typeface="Montserrat"/>
              <a:cs typeface="Montserrat"/>
              <a:sym typeface="Montserrat"/>
            </a:endParaRPr>
          </a:p>
          <a:p>
            <a:pPr indent="0" lvl="0" marL="0" rtl="0" algn="ctr">
              <a:lnSpc>
                <a:spcPct val="115000"/>
              </a:lnSpc>
              <a:spcBef>
                <a:spcPts val="1200"/>
              </a:spcBef>
              <a:spcAft>
                <a:spcPts val="0"/>
              </a:spcAft>
              <a:buNone/>
            </a:pPr>
            <a:r>
              <a:t/>
            </a:r>
            <a:endParaRPr sz="1100">
              <a:solidFill>
                <a:srgbClr val="6AA84F"/>
              </a:solidFill>
              <a:latin typeface="Montserrat Medium"/>
              <a:ea typeface="Montserrat Medium"/>
              <a:cs typeface="Montserrat Medium"/>
              <a:sym typeface="Montserrat Medium"/>
            </a:endParaRPr>
          </a:p>
          <a:p>
            <a:pPr indent="0" lvl="0" marL="0" rtl="0" algn="ctr">
              <a:lnSpc>
                <a:spcPct val="115000"/>
              </a:lnSpc>
              <a:spcBef>
                <a:spcPts val="1200"/>
              </a:spcBef>
              <a:spcAft>
                <a:spcPts val="0"/>
              </a:spcAft>
              <a:buNone/>
            </a:pPr>
            <a:r>
              <a:t/>
            </a:r>
            <a:endParaRPr sz="1100">
              <a:solidFill>
                <a:srgbClr val="000000"/>
              </a:solidFill>
              <a:latin typeface="Montserrat Medium"/>
              <a:ea typeface="Montserrat Medium"/>
              <a:cs typeface="Montserrat Medium"/>
              <a:sym typeface="Montserrat Medium"/>
            </a:endParaRPr>
          </a:p>
          <a:p>
            <a:pPr indent="0" lvl="0" marL="0" rtl="0" algn="ctr">
              <a:lnSpc>
                <a:spcPct val="115000"/>
              </a:lnSpc>
              <a:spcBef>
                <a:spcPts val="1200"/>
              </a:spcBef>
              <a:spcAft>
                <a:spcPts val="0"/>
              </a:spcAft>
              <a:buNone/>
            </a:pPr>
            <a:r>
              <a:t/>
            </a:r>
            <a:endParaRPr sz="1100">
              <a:solidFill>
                <a:srgbClr val="000000"/>
              </a:solidFill>
              <a:latin typeface="Montserrat Medium"/>
              <a:ea typeface="Montserrat Medium"/>
              <a:cs typeface="Montserrat Medium"/>
              <a:sym typeface="Montserrat Medium"/>
            </a:endParaRPr>
          </a:p>
          <a:p>
            <a:pPr indent="0" lvl="0" marL="0" rtl="0" algn="ctr">
              <a:lnSpc>
                <a:spcPct val="115000"/>
              </a:lnSpc>
              <a:spcBef>
                <a:spcPts val="1200"/>
              </a:spcBef>
              <a:spcAft>
                <a:spcPts val="0"/>
              </a:spcAft>
              <a:buNone/>
            </a:pPr>
            <a:r>
              <a:t/>
            </a:r>
            <a:endParaRPr sz="1100">
              <a:solidFill>
                <a:srgbClr val="000000"/>
              </a:solidFill>
              <a:latin typeface="Montserrat Medium"/>
              <a:ea typeface="Montserrat Medium"/>
              <a:cs typeface="Montserrat Medium"/>
              <a:sym typeface="Montserrat Medium"/>
            </a:endParaRPr>
          </a:p>
          <a:p>
            <a:pPr indent="0" lvl="0" marL="0" rtl="0" algn="ctr">
              <a:lnSpc>
                <a:spcPct val="115000"/>
              </a:lnSpc>
              <a:spcBef>
                <a:spcPts val="1200"/>
              </a:spcBef>
              <a:spcAft>
                <a:spcPts val="0"/>
              </a:spcAft>
              <a:buNone/>
            </a:pPr>
            <a:r>
              <a:t/>
            </a:r>
            <a:endParaRPr sz="1100">
              <a:solidFill>
                <a:srgbClr val="000000"/>
              </a:solidFill>
              <a:latin typeface="Montserrat Medium"/>
              <a:ea typeface="Montserrat Medium"/>
              <a:cs typeface="Montserrat Medium"/>
              <a:sym typeface="Montserrat Medium"/>
            </a:endParaRPr>
          </a:p>
          <a:p>
            <a:pPr indent="0" lvl="0" marL="0" rtl="0" algn="ctr">
              <a:lnSpc>
                <a:spcPct val="115000"/>
              </a:lnSpc>
              <a:spcBef>
                <a:spcPts val="1200"/>
              </a:spcBef>
              <a:spcAft>
                <a:spcPts val="1200"/>
              </a:spcAft>
              <a:buNone/>
            </a:pPr>
            <a:r>
              <a:t/>
            </a:r>
            <a:endParaRPr sz="1100">
              <a:solidFill>
                <a:srgbClr val="000000"/>
              </a:solidFill>
              <a:latin typeface="Montserrat Medium"/>
              <a:ea typeface="Montserrat Medium"/>
              <a:cs typeface="Montserrat Medium"/>
              <a:sym typeface="Montserrat Medium"/>
            </a:endParaRPr>
          </a:p>
        </p:txBody>
      </p:sp>
      <p:sp>
        <p:nvSpPr>
          <p:cNvPr id="414" name="Google Shape;414;p57"/>
          <p:cNvSpPr txBox="1"/>
          <p:nvPr/>
        </p:nvSpPr>
        <p:spPr>
          <a:xfrm>
            <a:off x="6566075" y="1569325"/>
            <a:ext cx="1184700" cy="6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b="1" lang="en" sz="2900">
                <a:solidFill>
                  <a:srgbClr val="FFFFFF"/>
                </a:solidFill>
                <a:latin typeface="Montserrat"/>
                <a:ea typeface="Montserrat"/>
                <a:cs typeface="Montserrat"/>
                <a:sym typeface="Montserrat"/>
              </a:rPr>
              <a:t>89%</a:t>
            </a:r>
            <a:endParaRPr b="1" sz="2900">
              <a:solidFill>
                <a:srgbClr val="FFFFFF"/>
              </a:solidFill>
              <a:latin typeface="Montserrat"/>
              <a:ea typeface="Montserrat"/>
              <a:cs typeface="Montserrat"/>
              <a:sym typeface="Montserrat"/>
            </a:endParaRPr>
          </a:p>
        </p:txBody>
      </p:sp>
      <p:sp>
        <p:nvSpPr>
          <p:cNvPr id="415" name="Google Shape;415;p57"/>
          <p:cNvSpPr txBox="1"/>
          <p:nvPr/>
        </p:nvSpPr>
        <p:spPr>
          <a:xfrm>
            <a:off x="5939375" y="2625800"/>
            <a:ext cx="2438100" cy="890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000000"/>
                </a:solidFill>
                <a:latin typeface="Montserrat Medium"/>
                <a:ea typeface="Montserrat Medium"/>
                <a:cs typeface="Montserrat Medium"/>
                <a:sym typeface="Montserrat Medium"/>
              </a:rPr>
              <a:t>A large majority of maintainers would recommend CNCF for other projects</a:t>
            </a:r>
            <a:endParaRPr sz="1100">
              <a:solidFill>
                <a:srgbClr val="000000"/>
              </a:solidFill>
              <a:latin typeface="Montserrat Medium"/>
              <a:ea typeface="Montserrat Medium"/>
              <a:cs typeface="Montserrat Medium"/>
              <a:sym typeface="Montserrat Medium"/>
            </a:endParaRPr>
          </a:p>
          <a:p>
            <a:pPr indent="0" lvl="0" marL="0" rtl="0" algn="ctr">
              <a:lnSpc>
                <a:spcPct val="115000"/>
              </a:lnSpc>
              <a:spcBef>
                <a:spcPts val="1200"/>
              </a:spcBef>
              <a:spcAft>
                <a:spcPts val="0"/>
              </a:spcAft>
              <a:buNone/>
            </a:pPr>
            <a:r>
              <a:rPr b="1" lang="en" sz="1100">
                <a:solidFill>
                  <a:srgbClr val="6AA84F"/>
                </a:solidFill>
                <a:latin typeface="Montserrat"/>
                <a:ea typeface="Montserrat"/>
                <a:cs typeface="Montserrat"/>
                <a:sym typeface="Montserrat"/>
              </a:rPr>
              <a:t>= 2021 (from 89%)</a:t>
            </a:r>
            <a:endParaRPr b="1" sz="1100">
              <a:solidFill>
                <a:srgbClr val="6AA84F"/>
              </a:solidFill>
              <a:latin typeface="Montserrat"/>
              <a:ea typeface="Montserrat"/>
              <a:cs typeface="Montserrat"/>
              <a:sym typeface="Montserrat"/>
            </a:endParaRPr>
          </a:p>
          <a:p>
            <a:pPr indent="0" lvl="0" marL="0" rtl="0" algn="ctr">
              <a:lnSpc>
                <a:spcPct val="115000"/>
              </a:lnSpc>
              <a:spcBef>
                <a:spcPts val="1200"/>
              </a:spcBef>
              <a:spcAft>
                <a:spcPts val="0"/>
              </a:spcAft>
              <a:buNone/>
            </a:pPr>
            <a:r>
              <a:rPr b="1" lang="en" sz="1100">
                <a:solidFill>
                  <a:srgbClr val="6AA84F"/>
                </a:solidFill>
                <a:latin typeface="Montserrat"/>
                <a:ea typeface="Montserrat"/>
                <a:cs typeface="Montserrat"/>
                <a:sym typeface="Montserrat"/>
              </a:rPr>
              <a:t>&gt; 2020 (from 88%)</a:t>
            </a:r>
            <a:endParaRPr b="1" sz="1100">
              <a:solidFill>
                <a:srgbClr val="6AA84F"/>
              </a:solidFill>
              <a:latin typeface="Montserrat"/>
              <a:ea typeface="Montserrat"/>
              <a:cs typeface="Montserrat"/>
              <a:sym typeface="Montserrat"/>
            </a:endParaRPr>
          </a:p>
          <a:p>
            <a:pPr indent="0" lvl="0" marL="0" rtl="0" algn="ctr">
              <a:lnSpc>
                <a:spcPct val="115000"/>
              </a:lnSpc>
              <a:spcBef>
                <a:spcPts val="1200"/>
              </a:spcBef>
              <a:spcAft>
                <a:spcPts val="0"/>
              </a:spcAft>
              <a:buNone/>
            </a:pPr>
            <a:r>
              <a:rPr b="1" lang="en" sz="1100">
                <a:solidFill>
                  <a:srgbClr val="6AA84F"/>
                </a:solidFill>
                <a:latin typeface="Montserrat"/>
                <a:ea typeface="Montserrat"/>
                <a:cs typeface="Montserrat"/>
                <a:sym typeface="Montserrat"/>
              </a:rPr>
              <a:t>&gt; 2019 (from 84%)</a:t>
            </a:r>
            <a:endParaRPr b="1" sz="1100">
              <a:solidFill>
                <a:srgbClr val="6AA84F"/>
              </a:solidFill>
              <a:latin typeface="Montserrat"/>
              <a:ea typeface="Montserrat"/>
              <a:cs typeface="Montserrat"/>
              <a:sym typeface="Montserrat"/>
            </a:endParaRPr>
          </a:p>
          <a:p>
            <a:pPr indent="0" lvl="0" marL="0" rtl="0" algn="ctr">
              <a:lnSpc>
                <a:spcPct val="115000"/>
              </a:lnSpc>
              <a:spcBef>
                <a:spcPts val="1200"/>
              </a:spcBef>
              <a:spcAft>
                <a:spcPts val="0"/>
              </a:spcAft>
              <a:buNone/>
            </a:pPr>
            <a:r>
              <a:t/>
            </a:r>
            <a:endParaRPr sz="1100">
              <a:solidFill>
                <a:srgbClr val="000000"/>
              </a:solidFill>
              <a:latin typeface="Montserrat Medium"/>
              <a:ea typeface="Montserrat Medium"/>
              <a:cs typeface="Montserrat Medium"/>
              <a:sym typeface="Montserrat Medium"/>
            </a:endParaRPr>
          </a:p>
          <a:p>
            <a:pPr indent="0" lvl="0" marL="0" rtl="0" algn="ctr">
              <a:lnSpc>
                <a:spcPct val="115000"/>
              </a:lnSpc>
              <a:spcBef>
                <a:spcPts val="1200"/>
              </a:spcBef>
              <a:spcAft>
                <a:spcPts val="0"/>
              </a:spcAft>
              <a:buNone/>
            </a:pPr>
            <a:r>
              <a:t/>
            </a:r>
            <a:endParaRPr sz="1100">
              <a:solidFill>
                <a:srgbClr val="000000"/>
              </a:solidFill>
              <a:latin typeface="Montserrat Medium"/>
              <a:ea typeface="Montserrat Medium"/>
              <a:cs typeface="Montserrat Medium"/>
              <a:sym typeface="Montserrat Medium"/>
            </a:endParaRPr>
          </a:p>
          <a:p>
            <a:pPr indent="0" lvl="0" marL="0" rtl="0" algn="ctr">
              <a:lnSpc>
                <a:spcPct val="115000"/>
              </a:lnSpc>
              <a:spcBef>
                <a:spcPts val="1200"/>
              </a:spcBef>
              <a:spcAft>
                <a:spcPts val="1200"/>
              </a:spcAft>
              <a:buNone/>
            </a:pPr>
            <a:r>
              <a:t/>
            </a:r>
            <a:endParaRPr sz="1100">
              <a:solidFill>
                <a:srgbClr val="000000"/>
              </a:solidFill>
              <a:latin typeface="Montserrat Medium"/>
              <a:ea typeface="Montserrat Medium"/>
              <a:cs typeface="Montserrat Medium"/>
              <a:sym typeface="Montserrat Medium"/>
            </a:endParaRPr>
          </a:p>
        </p:txBody>
      </p:sp>
      <p:sp>
        <p:nvSpPr>
          <p:cNvPr id="416" name="Google Shape;416;p57"/>
          <p:cNvSpPr/>
          <p:nvPr/>
        </p:nvSpPr>
        <p:spPr>
          <a:xfrm>
            <a:off x="457200" y="0"/>
            <a:ext cx="914400" cy="109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8"/>
          <p:cNvSpPr/>
          <p:nvPr/>
        </p:nvSpPr>
        <p:spPr>
          <a:xfrm>
            <a:off x="457200" y="0"/>
            <a:ext cx="914400" cy="109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8"/>
          <p:cNvSpPr/>
          <p:nvPr/>
        </p:nvSpPr>
        <p:spPr>
          <a:xfrm>
            <a:off x="1371600" y="1130475"/>
            <a:ext cx="6400800" cy="332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8"/>
          <p:cNvSpPr txBox="1"/>
          <p:nvPr>
            <p:ph type="title"/>
          </p:nvPr>
        </p:nvSpPr>
        <p:spPr>
          <a:xfrm>
            <a:off x="347725" y="290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latin typeface="Montserrat ExtraBold"/>
                <a:ea typeface="Montserrat ExtraBold"/>
                <a:cs typeface="Montserrat ExtraBold"/>
                <a:sym typeface="Montserrat ExtraBold"/>
              </a:rPr>
              <a:t>WHOLE PAGE GRAPHIC</a:t>
            </a:r>
            <a:endParaRPr sz="2600">
              <a:latin typeface="Montserrat ExtraBold"/>
              <a:ea typeface="Montserrat ExtraBold"/>
              <a:cs typeface="Montserrat ExtraBold"/>
              <a:sym typeface="Montserrat Extra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9"/>
          <p:cNvSpPr/>
          <p:nvPr/>
        </p:nvSpPr>
        <p:spPr>
          <a:xfrm>
            <a:off x="457200" y="0"/>
            <a:ext cx="914400" cy="109200"/>
          </a:xfrm>
          <a:prstGeom prst="rect">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9"/>
          <p:cNvSpPr/>
          <p:nvPr/>
        </p:nvSpPr>
        <p:spPr>
          <a:xfrm>
            <a:off x="3720125" y="1336963"/>
            <a:ext cx="1775700" cy="177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59"/>
          <p:cNvSpPr txBox="1"/>
          <p:nvPr/>
        </p:nvSpPr>
        <p:spPr>
          <a:xfrm>
            <a:off x="3132000" y="3435313"/>
            <a:ext cx="2880000" cy="631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200">
                <a:latin typeface="Montserrat"/>
                <a:ea typeface="Montserrat"/>
                <a:cs typeface="Montserrat"/>
                <a:sym typeface="Montserrat"/>
              </a:rPr>
              <a:t>Full Name Goes Here</a:t>
            </a:r>
            <a:endParaRPr b="1" sz="1200">
              <a:latin typeface="Montserrat"/>
              <a:ea typeface="Montserrat"/>
              <a:cs typeface="Montserrat"/>
              <a:sym typeface="Montserrat"/>
            </a:endParaRPr>
          </a:p>
          <a:p>
            <a:pPr indent="0" lvl="0" marL="0" rtl="0" algn="ctr">
              <a:lnSpc>
                <a:spcPct val="150000"/>
              </a:lnSpc>
              <a:spcBef>
                <a:spcPts val="0"/>
              </a:spcBef>
              <a:spcAft>
                <a:spcPts val="0"/>
              </a:spcAft>
              <a:buNone/>
            </a:pPr>
            <a:r>
              <a:rPr lang="en" sz="1100">
                <a:solidFill>
                  <a:srgbClr val="B7B7B7"/>
                </a:solidFill>
                <a:latin typeface="Montserrat Medium"/>
                <a:ea typeface="Montserrat Medium"/>
                <a:cs typeface="Montserrat Medium"/>
                <a:sym typeface="Montserrat Medium"/>
              </a:rPr>
              <a:t>Organisation Title</a:t>
            </a:r>
            <a:endParaRPr sz="1100">
              <a:solidFill>
                <a:srgbClr val="B7B7B7"/>
              </a:solidFill>
              <a:latin typeface="Montserrat Medium"/>
              <a:ea typeface="Montserrat Medium"/>
              <a:cs typeface="Montserrat Medium"/>
              <a:sym typeface="Montserrat Medium"/>
            </a:endParaRPr>
          </a:p>
        </p:txBody>
      </p:sp>
      <p:sp>
        <p:nvSpPr>
          <p:cNvPr id="431" name="Google Shape;431;p59"/>
          <p:cNvSpPr/>
          <p:nvPr/>
        </p:nvSpPr>
        <p:spPr>
          <a:xfrm>
            <a:off x="6394925" y="1336963"/>
            <a:ext cx="1775700" cy="177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9"/>
          <p:cNvSpPr txBox="1"/>
          <p:nvPr/>
        </p:nvSpPr>
        <p:spPr>
          <a:xfrm>
            <a:off x="5806800" y="3435313"/>
            <a:ext cx="2880000" cy="631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200">
                <a:latin typeface="Montserrat"/>
                <a:ea typeface="Montserrat"/>
                <a:cs typeface="Montserrat"/>
                <a:sym typeface="Montserrat"/>
              </a:rPr>
              <a:t>Full Name Goes Here</a:t>
            </a:r>
            <a:endParaRPr b="1" sz="1200">
              <a:latin typeface="Montserrat"/>
              <a:ea typeface="Montserrat"/>
              <a:cs typeface="Montserrat"/>
              <a:sym typeface="Montserrat"/>
            </a:endParaRPr>
          </a:p>
          <a:p>
            <a:pPr indent="0" lvl="0" marL="0" rtl="0" algn="ctr">
              <a:lnSpc>
                <a:spcPct val="150000"/>
              </a:lnSpc>
              <a:spcBef>
                <a:spcPts val="0"/>
              </a:spcBef>
              <a:spcAft>
                <a:spcPts val="0"/>
              </a:spcAft>
              <a:buNone/>
            </a:pPr>
            <a:r>
              <a:rPr lang="en" sz="1100">
                <a:solidFill>
                  <a:srgbClr val="B7B7B7"/>
                </a:solidFill>
                <a:latin typeface="Montserrat Medium"/>
                <a:ea typeface="Montserrat Medium"/>
                <a:cs typeface="Montserrat Medium"/>
                <a:sym typeface="Montserrat Medium"/>
              </a:rPr>
              <a:t>Organisation Title</a:t>
            </a:r>
            <a:endParaRPr sz="1100">
              <a:solidFill>
                <a:srgbClr val="B7B7B7"/>
              </a:solidFill>
              <a:latin typeface="Montserrat Medium"/>
              <a:ea typeface="Montserrat Medium"/>
              <a:cs typeface="Montserrat Medium"/>
              <a:sym typeface="Montserrat Medium"/>
            </a:endParaRPr>
          </a:p>
        </p:txBody>
      </p:sp>
      <p:sp>
        <p:nvSpPr>
          <p:cNvPr id="433" name="Google Shape;433;p59"/>
          <p:cNvSpPr/>
          <p:nvPr/>
        </p:nvSpPr>
        <p:spPr>
          <a:xfrm>
            <a:off x="1089125" y="1336963"/>
            <a:ext cx="1775700" cy="177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59"/>
          <p:cNvSpPr txBox="1"/>
          <p:nvPr/>
        </p:nvSpPr>
        <p:spPr>
          <a:xfrm>
            <a:off x="501000" y="3435313"/>
            <a:ext cx="2880000" cy="631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200">
                <a:latin typeface="Montserrat"/>
                <a:ea typeface="Montserrat"/>
                <a:cs typeface="Montserrat"/>
                <a:sym typeface="Montserrat"/>
              </a:rPr>
              <a:t>Full Name Goes Here</a:t>
            </a:r>
            <a:endParaRPr b="1" sz="1200">
              <a:latin typeface="Montserrat"/>
              <a:ea typeface="Montserrat"/>
              <a:cs typeface="Montserrat"/>
              <a:sym typeface="Montserrat"/>
            </a:endParaRPr>
          </a:p>
          <a:p>
            <a:pPr indent="0" lvl="0" marL="0" rtl="0" algn="ctr">
              <a:lnSpc>
                <a:spcPct val="150000"/>
              </a:lnSpc>
              <a:spcBef>
                <a:spcPts val="0"/>
              </a:spcBef>
              <a:spcAft>
                <a:spcPts val="0"/>
              </a:spcAft>
              <a:buNone/>
            </a:pPr>
            <a:r>
              <a:rPr lang="en" sz="1100">
                <a:solidFill>
                  <a:srgbClr val="B7B7B7"/>
                </a:solidFill>
                <a:latin typeface="Montserrat Medium"/>
                <a:ea typeface="Montserrat Medium"/>
                <a:cs typeface="Montserrat Medium"/>
                <a:sym typeface="Montserrat Medium"/>
              </a:rPr>
              <a:t>Organisation Title</a:t>
            </a:r>
            <a:endParaRPr sz="1100">
              <a:solidFill>
                <a:srgbClr val="B7B7B7"/>
              </a:solidFill>
              <a:latin typeface="Montserrat Medium"/>
              <a:ea typeface="Montserrat Medium"/>
              <a:cs typeface="Montserrat Medium"/>
              <a:sym typeface="Montserrat Medium"/>
            </a:endParaRPr>
          </a:p>
        </p:txBody>
      </p:sp>
      <p:sp>
        <p:nvSpPr>
          <p:cNvPr id="435" name="Google Shape;435;p59"/>
          <p:cNvSpPr txBox="1"/>
          <p:nvPr>
            <p:ph type="title"/>
          </p:nvPr>
        </p:nvSpPr>
        <p:spPr>
          <a:xfrm>
            <a:off x="347725" y="290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latin typeface="Montserrat ExtraBold"/>
                <a:ea typeface="Montserrat ExtraBold"/>
                <a:cs typeface="Montserrat ExtraBold"/>
                <a:sym typeface="Montserrat ExtraBold"/>
              </a:rPr>
              <a:t>PHOTO PAGE</a:t>
            </a:r>
            <a:endParaRPr sz="2600">
              <a:latin typeface="Montserrat ExtraBold"/>
              <a:ea typeface="Montserrat ExtraBold"/>
              <a:cs typeface="Montserrat ExtraBold"/>
              <a:sym typeface="Montserrat Extra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0"/>
          <p:cNvSpPr/>
          <p:nvPr/>
        </p:nvSpPr>
        <p:spPr>
          <a:xfrm>
            <a:off x="457200" y="0"/>
            <a:ext cx="914400" cy="109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0"/>
          <p:cNvSpPr txBox="1"/>
          <p:nvPr/>
        </p:nvSpPr>
        <p:spPr>
          <a:xfrm>
            <a:off x="3200400" y="1326425"/>
            <a:ext cx="2835600" cy="708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a:latin typeface="Montserrat"/>
                <a:ea typeface="Montserrat"/>
                <a:cs typeface="Montserrat"/>
                <a:sym typeface="Montserrat"/>
              </a:rPr>
              <a:t>Full Name Goes Here</a:t>
            </a:r>
            <a:endParaRPr b="1">
              <a:latin typeface="Montserrat"/>
              <a:ea typeface="Montserrat"/>
              <a:cs typeface="Montserrat"/>
              <a:sym typeface="Montserrat"/>
            </a:endParaRPr>
          </a:p>
          <a:p>
            <a:pPr indent="0" lvl="0" marL="0" rtl="0" algn="l">
              <a:lnSpc>
                <a:spcPct val="150000"/>
              </a:lnSpc>
              <a:spcBef>
                <a:spcPts val="0"/>
              </a:spcBef>
              <a:spcAft>
                <a:spcPts val="0"/>
              </a:spcAft>
              <a:buNone/>
            </a:pPr>
            <a:r>
              <a:rPr lang="en" sz="1300">
                <a:solidFill>
                  <a:srgbClr val="B7B7B7"/>
                </a:solidFill>
                <a:latin typeface="Montserrat Medium"/>
                <a:ea typeface="Montserrat Medium"/>
                <a:cs typeface="Montserrat Medium"/>
                <a:sym typeface="Montserrat Medium"/>
              </a:rPr>
              <a:t>Organisation Title</a:t>
            </a:r>
            <a:endParaRPr sz="1300">
              <a:solidFill>
                <a:srgbClr val="B7B7B7"/>
              </a:solidFill>
              <a:latin typeface="Montserrat Medium"/>
              <a:ea typeface="Montserrat Medium"/>
              <a:cs typeface="Montserrat Medium"/>
              <a:sym typeface="Montserrat Medium"/>
            </a:endParaRPr>
          </a:p>
        </p:txBody>
      </p:sp>
      <p:sp>
        <p:nvSpPr>
          <p:cNvPr id="442" name="Google Shape;442;p60"/>
          <p:cNvSpPr/>
          <p:nvPr/>
        </p:nvSpPr>
        <p:spPr>
          <a:xfrm>
            <a:off x="457200" y="1463675"/>
            <a:ext cx="2232300" cy="254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0"/>
          <p:cNvSpPr txBox="1"/>
          <p:nvPr>
            <p:ph idx="1" type="body"/>
          </p:nvPr>
        </p:nvSpPr>
        <p:spPr>
          <a:xfrm>
            <a:off x="3200400" y="2173225"/>
            <a:ext cx="4275000" cy="1989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900">
                <a:solidFill>
                  <a:schemeClr val="dk1"/>
                </a:solidFill>
                <a:latin typeface="Montserrat"/>
                <a:ea typeface="Montserrat"/>
                <a:cs typeface="Montserrat"/>
                <a:sym typeface="Montserrat"/>
              </a:rPr>
              <a:t>Body copy goes here, left aligned and where possible keep the font size to a minimum of 9pt and a maximum of 12pt. These are optimised font sizes for legibility. </a:t>
            </a:r>
            <a:endParaRPr sz="900">
              <a:solidFill>
                <a:schemeClr val="dk1"/>
              </a:solidFill>
              <a:latin typeface="Montserrat"/>
              <a:ea typeface="Montserrat"/>
              <a:cs typeface="Montserrat"/>
              <a:sym typeface="Montserrat"/>
            </a:endParaRPr>
          </a:p>
          <a:p>
            <a:pPr indent="0" lvl="0" marL="0" rtl="0" algn="l">
              <a:lnSpc>
                <a:spcPct val="150000"/>
              </a:lnSpc>
              <a:spcBef>
                <a:spcPts val="0"/>
              </a:spcBef>
              <a:spcAft>
                <a:spcPts val="0"/>
              </a:spcAft>
              <a:buNone/>
            </a:pPr>
            <a:br>
              <a:rPr lang="en" sz="900">
                <a:solidFill>
                  <a:schemeClr val="dk1"/>
                </a:solidFill>
                <a:latin typeface="Montserrat"/>
                <a:ea typeface="Montserrat"/>
                <a:cs typeface="Montserrat"/>
                <a:sym typeface="Montserrat"/>
              </a:rPr>
            </a:br>
            <a:r>
              <a:rPr lang="en" sz="900">
                <a:solidFill>
                  <a:schemeClr val="dk1"/>
                </a:solidFill>
                <a:latin typeface="Montserrat"/>
                <a:ea typeface="Montserrat"/>
                <a:cs typeface="Montserrat"/>
                <a:sym typeface="Montserrat"/>
              </a:rPr>
              <a:t>Line spacing should be kept to 1.5 (google slides) for paragraphs as this allows the lines to breathe and improves legibility. When using bullet points please apply “space after list item”. Where necessary </a:t>
            </a:r>
            <a:r>
              <a:rPr b="1" lang="en" sz="900">
                <a:solidFill>
                  <a:schemeClr val="dk1"/>
                </a:solidFill>
                <a:latin typeface="Montserrat"/>
                <a:ea typeface="Montserrat"/>
                <a:cs typeface="Montserrat"/>
                <a:sym typeface="Montserrat"/>
              </a:rPr>
              <a:t>bold font can be used</a:t>
            </a:r>
            <a:r>
              <a:rPr lang="en" sz="900">
                <a:solidFill>
                  <a:schemeClr val="dk1"/>
                </a:solidFill>
                <a:latin typeface="Montserrat"/>
                <a:ea typeface="Montserrat"/>
                <a:cs typeface="Montserrat"/>
                <a:sym typeface="Montserrat"/>
              </a:rPr>
              <a:t> but must remain black as to not detract too much from the rest of the text. </a:t>
            </a:r>
            <a:endParaRPr sz="900">
              <a:solidFill>
                <a:schemeClr val="dk1"/>
              </a:solidFill>
              <a:latin typeface="Montserrat"/>
              <a:ea typeface="Montserrat"/>
              <a:cs typeface="Montserrat"/>
              <a:sym typeface="Montserrat"/>
            </a:endParaRPr>
          </a:p>
          <a:p>
            <a:pPr indent="0" lvl="0" marL="0" rtl="0" algn="l">
              <a:spcBef>
                <a:spcPts val="0"/>
              </a:spcBef>
              <a:spcAft>
                <a:spcPts val="1200"/>
              </a:spcAft>
              <a:buNone/>
            </a:pPr>
            <a:r>
              <a:t/>
            </a:r>
            <a:endParaRPr sz="900">
              <a:latin typeface="Montserrat"/>
              <a:ea typeface="Montserrat"/>
              <a:cs typeface="Montserrat"/>
              <a:sym typeface="Montserrat"/>
            </a:endParaRPr>
          </a:p>
        </p:txBody>
      </p:sp>
      <p:sp>
        <p:nvSpPr>
          <p:cNvPr id="444" name="Google Shape;444;p60"/>
          <p:cNvSpPr txBox="1"/>
          <p:nvPr>
            <p:ph type="title"/>
          </p:nvPr>
        </p:nvSpPr>
        <p:spPr>
          <a:xfrm>
            <a:off x="347725" y="290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latin typeface="Montserrat ExtraBold"/>
                <a:ea typeface="Montserrat ExtraBold"/>
                <a:cs typeface="Montserrat ExtraBold"/>
                <a:sym typeface="Montserrat ExtraBold"/>
              </a:rPr>
              <a:t>PHOTO PAGE - DETAILED</a:t>
            </a:r>
            <a:endParaRPr sz="2600">
              <a:latin typeface="Montserrat ExtraBold"/>
              <a:ea typeface="Montserrat ExtraBold"/>
              <a:cs typeface="Montserrat ExtraBold"/>
              <a:sym typeface="Montserrat Extra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61"/>
          <p:cNvPicPr preferRelativeResize="0"/>
          <p:nvPr/>
        </p:nvPicPr>
        <p:blipFill>
          <a:blip r:embed="rId3">
            <a:alphaModFix/>
          </a:blip>
          <a:stretch>
            <a:fillRect/>
          </a:stretch>
        </p:blipFill>
        <p:spPr>
          <a:xfrm>
            <a:off x="0" y="0"/>
            <a:ext cx="9144000" cy="5143500"/>
          </a:xfrm>
          <a:prstGeom prst="rect">
            <a:avLst/>
          </a:prstGeom>
          <a:noFill/>
          <a:ln>
            <a:noFill/>
          </a:ln>
        </p:spPr>
      </p:pic>
      <p:sp>
        <p:nvSpPr>
          <p:cNvPr id="450" name="Google Shape;450;p61"/>
          <p:cNvSpPr txBox="1"/>
          <p:nvPr/>
        </p:nvSpPr>
        <p:spPr>
          <a:xfrm>
            <a:off x="319460" y="1888216"/>
            <a:ext cx="7320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solidFill>
                  <a:schemeClr val="lt1"/>
                </a:solidFill>
                <a:latin typeface="Montserrat"/>
                <a:ea typeface="Montserrat"/>
                <a:cs typeface="Montserrat"/>
                <a:sym typeface="Montserrat"/>
              </a:rPr>
              <a:t>Page Divider Here</a:t>
            </a:r>
            <a:endParaRPr b="1" sz="4000">
              <a:solidFill>
                <a:schemeClr val="lt1"/>
              </a:solidFill>
              <a:latin typeface="Montserrat"/>
              <a:ea typeface="Montserrat"/>
              <a:cs typeface="Montserrat"/>
              <a:sym typeface="Montserrat"/>
            </a:endParaRPr>
          </a:p>
        </p:txBody>
      </p:sp>
      <p:sp>
        <p:nvSpPr>
          <p:cNvPr id="451" name="Google Shape;451;p61"/>
          <p:cNvSpPr txBox="1"/>
          <p:nvPr/>
        </p:nvSpPr>
        <p:spPr>
          <a:xfrm>
            <a:off x="345175" y="2524175"/>
            <a:ext cx="429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Montserrat Medium"/>
                <a:ea typeface="Montserrat Medium"/>
                <a:cs typeface="Montserrat Medium"/>
                <a:sym typeface="Montserrat Medium"/>
              </a:rPr>
              <a:t>Subtitle</a:t>
            </a:r>
            <a:r>
              <a:rPr lang="en" sz="1800">
                <a:solidFill>
                  <a:schemeClr val="lt1"/>
                </a:solidFill>
                <a:latin typeface="Montserrat Medium"/>
                <a:ea typeface="Montserrat Medium"/>
                <a:cs typeface="Montserrat Medium"/>
                <a:sym typeface="Montserrat Medium"/>
              </a:rPr>
              <a:t> Here</a:t>
            </a:r>
            <a:endParaRPr sz="1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id="456" name="Google Shape;456;p62"/>
          <p:cNvPicPr preferRelativeResize="0"/>
          <p:nvPr/>
        </p:nvPicPr>
        <p:blipFill>
          <a:blip r:embed="rId3">
            <a:alphaModFix/>
          </a:blip>
          <a:stretch>
            <a:fillRect/>
          </a:stretch>
        </p:blipFill>
        <p:spPr>
          <a:xfrm>
            <a:off x="0" y="25"/>
            <a:ext cx="9144000" cy="5143475"/>
          </a:xfrm>
          <a:prstGeom prst="rect">
            <a:avLst/>
          </a:prstGeom>
          <a:noFill/>
          <a:ln>
            <a:noFill/>
          </a:ln>
        </p:spPr>
      </p:pic>
      <p:sp>
        <p:nvSpPr>
          <p:cNvPr id="457" name="Google Shape;457;p62"/>
          <p:cNvSpPr txBox="1"/>
          <p:nvPr/>
        </p:nvSpPr>
        <p:spPr>
          <a:xfrm>
            <a:off x="319460" y="1888216"/>
            <a:ext cx="7320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solidFill>
                  <a:schemeClr val="lt1"/>
                </a:solidFill>
                <a:latin typeface="Montserrat"/>
                <a:ea typeface="Montserrat"/>
                <a:cs typeface="Montserrat"/>
                <a:sym typeface="Montserrat"/>
              </a:rPr>
              <a:t>Page Divider Here</a:t>
            </a:r>
            <a:endParaRPr b="1" sz="4000">
              <a:solidFill>
                <a:schemeClr val="lt1"/>
              </a:solidFill>
              <a:latin typeface="Montserrat"/>
              <a:ea typeface="Montserrat"/>
              <a:cs typeface="Montserrat"/>
              <a:sym typeface="Montserrat"/>
            </a:endParaRPr>
          </a:p>
        </p:txBody>
      </p:sp>
      <p:sp>
        <p:nvSpPr>
          <p:cNvPr id="458" name="Google Shape;458;p62"/>
          <p:cNvSpPr txBox="1"/>
          <p:nvPr/>
        </p:nvSpPr>
        <p:spPr>
          <a:xfrm>
            <a:off x="345175" y="2524175"/>
            <a:ext cx="429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Montserrat Medium"/>
                <a:ea typeface="Montserrat Medium"/>
                <a:cs typeface="Montserrat Medium"/>
                <a:sym typeface="Montserrat Medium"/>
              </a:rPr>
              <a:t>Subtitle Here</a:t>
            </a:r>
            <a:endParaRPr sz="1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pic>
        <p:nvPicPr>
          <p:cNvPr id="463" name="Google Shape;463;p63"/>
          <p:cNvPicPr preferRelativeResize="0"/>
          <p:nvPr/>
        </p:nvPicPr>
        <p:blipFill>
          <a:blip r:embed="rId3">
            <a:alphaModFix/>
          </a:blip>
          <a:stretch>
            <a:fillRect/>
          </a:stretch>
        </p:blipFill>
        <p:spPr>
          <a:xfrm>
            <a:off x="0" y="0"/>
            <a:ext cx="9144000" cy="5143500"/>
          </a:xfrm>
          <a:prstGeom prst="rect">
            <a:avLst/>
          </a:prstGeom>
          <a:noFill/>
          <a:ln>
            <a:noFill/>
          </a:ln>
        </p:spPr>
      </p:pic>
      <p:sp>
        <p:nvSpPr>
          <p:cNvPr id="464" name="Google Shape;464;p63"/>
          <p:cNvSpPr txBox="1"/>
          <p:nvPr/>
        </p:nvSpPr>
        <p:spPr>
          <a:xfrm>
            <a:off x="319460" y="1888216"/>
            <a:ext cx="7320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solidFill>
                  <a:srgbClr val="FDFDFD"/>
                </a:solidFill>
                <a:latin typeface="Montserrat"/>
                <a:ea typeface="Montserrat"/>
                <a:cs typeface="Montserrat"/>
                <a:sym typeface="Montserrat"/>
              </a:rPr>
              <a:t>Thank you</a:t>
            </a:r>
            <a:endParaRPr b="1" sz="4000">
              <a:solidFill>
                <a:srgbClr val="FDFDFD"/>
              </a:solidFill>
              <a:latin typeface="Montserrat"/>
              <a:ea typeface="Montserrat"/>
              <a:cs typeface="Montserrat"/>
              <a:sym typeface="Montserrat"/>
            </a:endParaRPr>
          </a:p>
        </p:txBody>
      </p:sp>
      <p:sp>
        <p:nvSpPr>
          <p:cNvPr id="465" name="Google Shape;465;p63"/>
          <p:cNvSpPr txBox="1"/>
          <p:nvPr/>
        </p:nvSpPr>
        <p:spPr>
          <a:xfrm>
            <a:off x="365750" y="4298625"/>
            <a:ext cx="46635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800">
                <a:solidFill>
                  <a:srgbClr val="FDFDFD"/>
                </a:solidFill>
                <a:latin typeface="Montserrat"/>
                <a:ea typeface="Montserrat"/>
                <a:cs typeface="Montserrat"/>
                <a:sym typeface="Montserrat"/>
              </a:rPr>
              <a:t>Body copy here is left aligned and set to 8pt. Keep body copy to a maximum of 2 lines on this page to not detract from the title and important information above</a:t>
            </a:r>
            <a:endParaRPr sz="800">
              <a:solidFill>
                <a:srgbClr val="FDFDFD"/>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pic>
        <p:nvPicPr>
          <p:cNvPr id="470" name="Google Shape;470;p64"/>
          <p:cNvPicPr preferRelativeResize="0"/>
          <p:nvPr/>
        </p:nvPicPr>
        <p:blipFill>
          <a:blip r:embed="rId3">
            <a:alphaModFix/>
          </a:blip>
          <a:stretch>
            <a:fillRect/>
          </a:stretch>
        </p:blipFill>
        <p:spPr>
          <a:xfrm>
            <a:off x="0" y="25"/>
            <a:ext cx="9144000" cy="5143475"/>
          </a:xfrm>
          <a:prstGeom prst="rect">
            <a:avLst/>
          </a:prstGeom>
          <a:noFill/>
          <a:ln>
            <a:noFill/>
          </a:ln>
        </p:spPr>
      </p:pic>
      <p:sp>
        <p:nvSpPr>
          <p:cNvPr id="471" name="Google Shape;471;p64"/>
          <p:cNvSpPr txBox="1"/>
          <p:nvPr>
            <p:ph type="title"/>
          </p:nvPr>
        </p:nvSpPr>
        <p:spPr>
          <a:xfrm>
            <a:off x="369775" y="1774475"/>
            <a:ext cx="6605400" cy="1135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Appendix slides</a:t>
            </a:r>
            <a:endParaRPr b="1">
              <a:solidFill>
                <a:schemeClr val="lt1"/>
              </a:solidFill>
              <a:latin typeface="Montserrat"/>
              <a:ea typeface="Montserrat"/>
              <a:cs typeface="Montserrat"/>
              <a:sym typeface="Montserrat"/>
            </a:endParaRPr>
          </a:p>
          <a:p>
            <a:pPr indent="0" lvl="0" marL="0" rtl="0" algn="l">
              <a:lnSpc>
                <a:spcPct val="150000"/>
              </a:lnSpc>
              <a:spcBef>
                <a:spcPts val="0"/>
              </a:spcBef>
              <a:spcAft>
                <a:spcPts val="0"/>
              </a:spcAft>
              <a:buClr>
                <a:schemeClr val="dk1"/>
              </a:buClr>
              <a:buSzPts val="1100"/>
              <a:buFont typeface="Arial"/>
              <a:buNone/>
            </a:pPr>
            <a:r>
              <a:rPr lang="en" sz="1500">
                <a:solidFill>
                  <a:schemeClr val="lt2"/>
                </a:solidFill>
                <a:latin typeface="Montserrat Medium"/>
                <a:ea typeface="Montserrat Medium"/>
                <a:cs typeface="Montserrat Medium"/>
                <a:sym typeface="Montserrat Medium"/>
              </a:rPr>
              <a:t>Here as a reference if and when needed</a:t>
            </a:r>
            <a:endParaRPr sz="401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5"/>
          <p:cNvSpPr txBox="1"/>
          <p:nvPr/>
        </p:nvSpPr>
        <p:spPr>
          <a:xfrm>
            <a:off x="347725" y="290725"/>
            <a:ext cx="8513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600">
                <a:solidFill>
                  <a:srgbClr val="000000"/>
                </a:solidFill>
                <a:latin typeface="Montserrat ExtraBold"/>
                <a:ea typeface="Montserrat ExtraBold"/>
                <a:cs typeface="Montserrat ExtraBold"/>
                <a:sym typeface="Montserrat ExtraBold"/>
              </a:rPr>
              <a:t>LOGOS</a:t>
            </a:r>
            <a:endParaRPr sz="2600">
              <a:solidFill>
                <a:srgbClr val="000000"/>
              </a:solidFill>
              <a:latin typeface="Montserrat ExtraBold"/>
              <a:ea typeface="Montserrat ExtraBold"/>
              <a:cs typeface="Montserrat ExtraBold"/>
              <a:sym typeface="Montserrat ExtraBold"/>
            </a:endParaRPr>
          </a:p>
        </p:txBody>
      </p:sp>
      <p:pic>
        <p:nvPicPr>
          <p:cNvPr id="477" name="Google Shape;477;p65"/>
          <p:cNvPicPr preferRelativeResize="0"/>
          <p:nvPr/>
        </p:nvPicPr>
        <p:blipFill>
          <a:blip r:embed="rId3">
            <a:alphaModFix/>
          </a:blip>
          <a:stretch>
            <a:fillRect/>
          </a:stretch>
        </p:blipFill>
        <p:spPr>
          <a:xfrm>
            <a:off x="152400" y="1900075"/>
            <a:ext cx="3143646" cy="692180"/>
          </a:xfrm>
          <a:prstGeom prst="rect">
            <a:avLst/>
          </a:prstGeom>
          <a:noFill/>
          <a:ln>
            <a:noFill/>
          </a:ln>
        </p:spPr>
      </p:pic>
      <p:pic>
        <p:nvPicPr>
          <p:cNvPr id="478" name="Google Shape;478;p65"/>
          <p:cNvPicPr preferRelativeResize="0"/>
          <p:nvPr/>
        </p:nvPicPr>
        <p:blipFill>
          <a:blip r:embed="rId4">
            <a:alphaModFix/>
          </a:blip>
          <a:stretch>
            <a:fillRect/>
          </a:stretch>
        </p:blipFill>
        <p:spPr>
          <a:xfrm>
            <a:off x="546189" y="3155748"/>
            <a:ext cx="2171879" cy="473797"/>
          </a:xfrm>
          <a:prstGeom prst="rect">
            <a:avLst/>
          </a:prstGeom>
          <a:noFill/>
          <a:ln>
            <a:noFill/>
          </a:ln>
        </p:spPr>
      </p:pic>
      <p:pic>
        <p:nvPicPr>
          <p:cNvPr id="479" name="Google Shape;479;p65"/>
          <p:cNvPicPr preferRelativeResize="0"/>
          <p:nvPr/>
        </p:nvPicPr>
        <p:blipFill>
          <a:blip r:embed="rId5">
            <a:alphaModFix/>
          </a:blip>
          <a:stretch>
            <a:fillRect/>
          </a:stretch>
        </p:blipFill>
        <p:spPr>
          <a:xfrm>
            <a:off x="622300" y="2592250"/>
            <a:ext cx="2088325" cy="427617"/>
          </a:xfrm>
          <a:prstGeom prst="rect">
            <a:avLst/>
          </a:prstGeom>
          <a:noFill/>
          <a:ln>
            <a:noFill/>
          </a:ln>
        </p:spPr>
      </p:pic>
      <p:pic>
        <p:nvPicPr>
          <p:cNvPr id="480" name="Google Shape;480;p65"/>
          <p:cNvPicPr preferRelativeResize="0"/>
          <p:nvPr/>
        </p:nvPicPr>
        <p:blipFill>
          <a:blip r:embed="rId6">
            <a:alphaModFix/>
          </a:blip>
          <a:stretch>
            <a:fillRect/>
          </a:stretch>
        </p:blipFill>
        <p:spPr>
          <a:xfrm>
            <a:off x="4162813" y="2458325"/>
            <a:ext cx="1419700" cy="841725"/>
          </a:xfrm>
          <a:prstGeom prst="rect">
            <a:avLst/>
          </a:prstGeom>
          <a:noFill/>
          <a:ln>
            <a:noFill/>
          </a:ln>
        </p:spPr>
      </p:pic>
      <p:sp>
        <p:nvSpPr>
          <p:cNvPr id="481" name="Google Shape;481;p65"/>
          <p:cNvSpPr txBox="1"/>
          <p:nvPr/>
        </p:nvSpPr>
        <p:spPr>
          <a:xfrm>
            <a:off x="460825" y="1114750"/>
            <a:ext cx="6485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Our logo is our flag. It represents us as an organization, the amazing people who work here, the open source communities we collaborate with and the members who support us. It is important that it is always used the right way so that people are able to identify us at a glance.</a:t>
            </a:r>
            <a:endParaRPr>
              <a:latin typeface="Montserrat"/>
              <a:ea typeface="Montserrat"/>
              <a:cs typeface="Montserrat"/>
              <a:sym typeface="Montserrat"/>
            </a:endParaRPr>
          </a:p>
        </p:txBody>
      </p:sp>
      <p:pic>
        <p:nvPicPr>
          <p:cNvPr id="482" name="Google Shape;482;p65"/>
          <p:cNvPicPr preferRelativeResize="0"/>
          <p:nvPr/>
        </p:nvPicPr>
        <p:blipFill rotWithShape="1">
          <a:blip r:embed="rId4">
            <a:alphaModFix/>
          </a:blip>
          <a:srcRect b="0" l="3048" r="79098" t="17260"/>
          <a:stretch/>
        </p:blipFill>
        <p:spPr>
          <a:xfrm>
            <a:off x="4589425" y="3596925"/>
            <a:ext cx="566500" cy="572700"/>
          </a:xfrm>
          <a:prstGeom prst="rect">
            <a:avLst/>
          </a:prstGeom>
          <a:noFill/>
          <a:ln>
            <a:noFill/>
          </a:ln>
        </p:spPr>
      </p:pic>
      <p:sp>
        <p:nvSpPr>
          <p:cNvPr id="483" name="Google Shape;483;p65"/>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2022 Cloud Native Computing Foundation</a:t>
            </a:r>
            <a:endParaRPr sz="700">
              <a:solidFill>
                <a:schemeClr val="dk1"/>
              </a:solidFill>
              <a:latin typeface="Montserrat"/>
              <a:ea typeface="Montserrat"/>
              <a:cs typeface="Montserrat"/>
              <a:sym typeface="Montserrat"/>
            </a:endParaRPr>
          </a:p>
        </p:txBody>
      </p:sp>
      <p:cxnSp>
        <p:nvCxnSpPr>
          <p:cNvPr id="484" name="Google Shape;484;p65"/>
          <p:cNvCxnSpPr/>
          <p:nvPr/>
        </p:nvCxnSpPr>
        <p:spPr>
          <a:xfrm rot="10800000">
            <a:off x="376906" y="4732654"/>
            <a:ext cx="0" cy="156900"/>
          </a:xfrm>
          <a:prstGeom prst="straightConnector1">
            <a:avLst/>
          </a:prstGeom>
          <a:noFill/>
          <a:ln cap="flat" cmpd="sng" w="9525">
            <a:solidFill>
              <a:schemeClr val="dk2"/>
            </a:solidFill>
            <a:prstDash val="solid"/>
            <a:round/>
            <a:headEnd len="med" w="med" type="none"/>
            <a:tailEnd len="med" w="med" type="none"/>
          </a:ln>
        </p:spPr>
      </p:cxnSp>
      <p:sp>
        <p:nvSpPr>
          <p:cNvPr id="485" name="Google Shape;485;p65"/>
          <p:cNvSpPr/>
          <p:nvPr/>
        </p:nvSpPr>
        <p:spPr>
          <a:xfrm>
            <a:off x="6066700" y="3576975"/>
            <a:ext cx="566400" cy="572700"/>
          </a:xfrm>
          <a:prstGeom prst="rect">
            <a:avLst/>
          </a:prstGeom>
          <a:solidFill>
            <a:schemeClr val="dk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65"/>
          <p:cNvSpPr/>
          <p:nvPr/>
        </p:nvSpPr>
        <p:spPr>
          <a:xfrm>
            <a:off x="546200" y="3901500"/>
            <a:ext cx="2258700" cy="506700"/>
          </a:xfrm>
          <a:prstGeom prst="rect">
            <a:avLst/>
          </a:prstGeom>
          <a:solidFill>
            <a:schemeClr val="dk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7" name="Google Shape;487;p65"/>
          <p:cNvPicPr preferRelativeResize="0"/>
          <p:nvPr/>
        </p:nvPicPr>
        <p:blipFill>
          <a:blip r:embed="rId7">
            <a:alphaModFix/>
          </a:blip>
          <a:stretch>
            <a:fillRect/>
          </a:stretch>
        </p:blipFill>
        <p:spPr>
          <a:xfrm>
            <a:off x="622300" y="3957050"/>
            <a:ext cx="2088325" cy="331725"/>
          </a:xfrm>
          <a:prstGeom prst="rect">
            <a:avLst/>
          </a:prstGeom>
          <a:noFill/>
          <a:ln>
            <a:noFill/>
          </a:ln>
        </p:spPr>
      </p:pic>
      <p:pic>
        <p:nvPicPr>
          <p:cNvPr id="488" name="Google Shape;488;p65"/>
          <p:cNvPicPr preferRelativeResize="0"/>
          <p:nvPr/>
        </p:nvPicPr>
        <p:blipFill rotWithShape="1">
          <a:blip r:embed="rId7">
            <a:alphaModFix/>
          </a:blip>
          <a:srcRect b="0" l="0" r="80734" t="0"/>
          <a:stretch/>
        </p:blipFill>
        <p:spPr>
          <a:xfrm>
            <a:off x="6126466" y="3653103"/>
            <a:ext cx="506734" cy="417809"/>
          </a:xfrm>
          <a:prstGeom prst="rect">
            <a:avLst/>
          </a:prstGeom>
          <a:noFill/>
          <a:ln>
            <a:noFill/>
          </a:ln>
        </p:spPr>
      </p:pic>
      <p:sp>
        <p:nvSpPr>
          <p:cNvPr id="489" name="Google Shape;489;p65"/>
          <p:cNvSpPr txBox="1"/>
          <p:nvPr>
            <p:ph idx="12" type="sldNum"/>
          </p:nvPr>
        </p:nvSpPr>
        <p:spPr>
          <a:xfrm>
            <a:off x="369783" y="4492317"/>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Montserrat Light"/>
                <a:ea typeface="Montserrat Light"/>
                <a:cs typeface="Montserrat Light"/>
                <a:sym typeface="Montserrat Light"/>
              </a:rPr>
              <a:t>12</a:t>
            </a:r>
            <a:endParaRPr sz="1200">
              <a:solidFill>
                <a:schemeClr val="lt1"/>
              </a:solidFill>
              <a:latin typeface="Montserrat Light"/>
              <a:ea typeface="Montserrat Light"/>
              <a:cs typeface="Montserrat Light"/>
              <a:sym typeface="Montserrat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6"/>
          <p:cNvSpPr txBox="1"/>
          <p:nvPr/>
        </p:nvSpPr>
        <p:spPr>
          <a:xfrm>
            <a:off x="347725" y="290725"/>
            <a:ext cx="8513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600">
                <a:solidFill>
                  <a:srgbClr val="000000"/>
                </a:solidFill>
                <a:latin typeface="Montserrat ExtraBold"/>
                <a:ea typeface="Montserrat ExtraBold"/>
                <a:cs typeface="Montserrat ExtraBold"/>
                <a:sym typeface="Montserrat ExtraBold"/>
              </a:rPr>
              <a:t>COLOR PALETTE</a:t>
            </a:r>
            <a:endParaRPr sz="2600">
              <a:solidFill>
                <a:srgbClr val="000000"/>
              </a:solidFill>
              <a:latin typeface="Montserrat ExtraBold"/>
              <a:ea typeface="Montserrat ExtraBold"/>
              <a:cs typeface="Montserrat ExtraBold"/>
              <a:sym typeface="Montserrat ExtraBold"/>
            </a:endParaRPr>
          </a:p>
        </p:txBody>
      </p:sp>
      <p:sp>
        <p:nvSpPr>
          <p:cNvPr id="495" name="Google Shape;495;p66"/>
          <p:cNvSpPr txBox="1"/>
          <p:nvPr/>
        </p:nvSpPr>
        <p:spPr>
          <a:xfrm>
            <a:off x="431100" y="921675"/>
            <a:ext cx="6890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The primary colors for the main CNCF brand consist of a rich blue and black. A secondary palette extends the primary brand colors.</a:t>
            </a:r>
            <a:endParaRPr>
              <a:latin typeface="Montserrat"/>
              <a:ea typeface="Montserrat"/>
              <a:cs typeface="Montserrat"/>
              <a:sym typeface="Montserrat"/>
            </a:endParaRPr>
          </a:p>
        </p:txBody>
      </p:sp>
      <p:sp>
        <p:nvSpPr>
          <p:cNvPr id="496" name="Google Shape;496;p66"/>
          <p:cNvSpPr txBox="1"/>
          <p:nvPr/>
        </p:nvSpPr>
        <p:spPr>
          <a:xfrm>
            <a:off x="1605550" y="2200125"/>
            <a:ext cx="18135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050">
                <a:solidFill>
                  <a:srgbClr val="000000"/>
                </a:solidFill>
                <a:highlight>
                  <a:srgbClr val="FDFDFD"/>
                </a:highlight>
                <a:latin typeface="Montserrat"/>
                <a:ea typeface="Montserrat"/>
                <a:cs typeface="Montserrat"/>
                <a:sym typeface="Montserrat"/>
              </a:rPr>
              <a:t>CNCF BLUE</a:t>
            </a:r>
            <a:endParaRPr b="1"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rPr lang="en" sz="1050">
                <a:solidFill>
                  <a:srgbClr val="000000"/>
                </a:solidFill>
                <a:highlight>
                  <a:srgbClr val="FDFDFD"/>
                </a:highlight>
                <a:latin typeface="Montserrat"/>
                <a:ea typeface="Montserrat"/>
                <a:cs typeface="Montserrat"/>
                <a:sym typeface="Montserrat"/>
              </a:rPr>
              <a:t>HEX: 0086FF</a:t>
            </a:r>
            <a:endParaRPr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497" name="Google Shape;497;p66"/>
          <p:cNvSpPr txBox="1"/>
          <p:nvPr/>
        </p:nvSpPr>
        <p:spPr>
          <a:xfrm>
            <a:off x="1639025" y="3686700"/>
            <a:ext cx="18135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50">
                <a:solidFill>
                  <a:srgbClr val="000000"/>
                </a:solidFill>
                <a:highlight>
                  <a:srgbClr val="FDFDFD"/>
                </a:highlight>
                <a:latin typeface="Montserrat"/>
                <a:ea typeface="Montserrat"/>
                <a:cs typeface="Montserrat"/>
                <a:sym typeface="Montserrat"/>
              </a:rPr>
              <a:t>CNCF BLACK</a:t>
            </a:r>
            <a:endParaRPr b="1"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rPr lang="en" sz="1050">
                <a:solidFill>
                  <a:srgbClr val="000000"/>
                </a:solidFill>
                <a:highlight>
                  <a:srgbClr val="FDFDFD"/>
                </a:highlight>
                <a:latin typeface="Montserrat"/>
                <a:ea typeface="Montserrat"/>
                <a:cs typeface="Montserrat"/>
                <a:sym typeface="Montserrat"/>
              </a:rPr>
              <a:t>HEX: 000000</a:t>
            </a:r>
            <a:endParaRPr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t/>
            </a:r>
            <a:endParaRPr sz="1050">
              <a:solidFill>
                <a:srgbClr val="000000"/>
              </a:solidFill>
              <a:highlight>
                <a:srgbClr val="FDFDFD"/>
              </a:highlight>
              <a:latin typeface="Montserrat"/>
              <a:ea typeface="Montserrat"/>
              <a:cs typeface="Montserrat"/>
              <a:sym typeface="Montserrat"/>
            </a:endParaRPr>
          </a:p>
        </p:txBody>
      </p:sp>
      <p:sp>
        <p:nvSpPr>
          <p:cNvPr id="498" name="Google Shape;498;p66"/>
          <p:cNvSpPr/>
          <p:nvPr/>
        </p:nvSpPr>
        <p:spPr>
          <a:xfrm>
            <a:off x="535150" y="2341350"/>
            <a:ext cx="1070400" cy="692100"/>
          </a:xfrm>
          <a:prstGeom prst="flowChartAlternateProcess">
            <a:avLst/>
          </a:prstGeom>
          <a:solidFill>
            <a:srgbClr val="008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66"/>
          <p:cNvSpPr/>
          <p:nvPr/>
        </p:nvSpPr>
        <p:spPr>
          <a:xfrm>
            <a:off x="568625" y="3837000"/>
            <a:ext cx="1070400" cy="692100"/>
          </a:xfrm>
          <a:prstGeom prst="flowChartAlternateProcess">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66"/>
          <p:cNvSpPr txBox="1"/>
          <p:nvPr/>
        </p:nvSpPr>
        <p:spPr>
          <a:xfrm>
            <a:off x="431100" y="1668600"/>
            <a:ext cx="689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PRIMARY:</a:t>
            </a:r>
            <a:endParaRPr>
              <a:latin typeface="Montserrat"/>
              <a:ea typeface="Montserrat"/>
              <a:cs typeface="Montserrat"/>
              <a:sym typeface="Montserrat"/>
            </a:endParaRPr>
          </a:p>
        </p:txBody>
      </p:sp>
      <p:sp>
        <p:nvSpPr>
          <p:cNvPr id="501" name="Google Shape;501;p66"/>
          <p:cNvSpPr txBox="1"/>
          <p:nvPr/>
        </p:nvSpPr>
        <p:spPr>
          <a:xfrm>
            <a:off x="3824275" y="1739225"/>
            <a:ext cx="689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SECONDARY:</a:t>
            </a:r>
            <a:endParaRPr>
              <a:latin typeface="Montserrat"/>
              <a:ea typeface="Montserrat"/>
              <a:cs typeface="Montserrat"/>
              <a:sym typeface="Montserrat"/>
            </a:endParaRPr>
          </a:p>
        </p:txBody>
      </p:sp>
      <p:sp>
        <p:nvSpPr>
          <p:cNvPr id="502" name="Google Shape;502;p66"/>
          <p:cNvSpPr txBox="1"/>
          <p:nvPr/>
        </p:nvSpPr>
        <p:spPr>
          <a:xfrm>
            <a:off x="4578550" y="2167050"/>
            <a:ext cx="18135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50">
                <a:solidFill>
                  <a:srgbClr val="000000"/>
                </a:solidFill>
                <a:highlight>
                  <a:srgbClr val="FDFDFD"/>
                </a:highlight>
                <a:latin typeface="Montserrat"/>
                <a:ea typeface="Montserrat"/>
                <a:cs typeface="Montserrat"/>
                <a:sym typeface="Montserrat"/>
              </a:rPr>
              <a:t>CNCF TURQUOISE</a:t>
            </a:r>
            <a:endParaRPr b="1"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rPr lang="en" sz="1050">
                <a:solidFill>
                  <a:srgbClr val="000000"/>
                </a:solidFill>
                <a:highlight>
                  <a:srgbClr val="FDFDFD"/>
                </a:highlight>
                <a:latin typeface="Montserrat"/>
                <a:ea typeface="Montserrat"/>
                <a:cs typeface="Montserrat"/>
                <a:sym typeface="Montserrat"/>
              </a:rPr>
              <a:t>HEX: 93EAFF</a:t>
            </a:r>
            <a:endParaRPr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t/>
            </a:r>
            <a:endParaRPr sz="1050">
              <a:solidFill>
                <a:srgbClr val="000000"/>
              </a:solidFill>
              <a:highlight>
                <a:srgbClr val="FDFDFD"/>
              </a:highlight>
              <a:latin typeface="Montserrat"/>
              <a:ea typeface="Montserrat"/>
              <a:cs typeface="Montserrat"/>
              <a:sym typeface="Montserrat"/>
            </a:endParaRPr>
          </a:p>
        </p:txBody>
      </p:sp>
      <p:sp>
        <p:nvSpPr>
          <p:cNvPr id="503" name="Google Shape;503;p66"/>
          <p:cNvSpPr/>
          <p:nvPr/>
        </p:nvSpPr>
        <p:spPr>
          <a:xfrm>
            <a:off x="4039750" y="2215050"/>
            <a:ext cx="538800" cy="477600"/>
          </a:xfrm>
          <a:prstGeom prst="flowChartAlternateProcess">
            <a:avLst/>
          </a:prstGeom>
          <a:solidFill>
            <a:srgbClr val="93E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6"/>
          <p:cNvSpPr txBox="1"/>
          <p:nvPr/>
        </p:nvSpPr>
        <p:spPr>
          <a:xfrm>
            <a:off x="7122525" y="2167050"/>
            <a:ext cx="18135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50">
                <a:solidFill>
                  <a:srgbClr val="000000"/>
                </a:solidFill>
                <a:highlight>
                  <a:srgbClr val="FDFDFD"/>
                </a:highlight>
                <a:latin typeface="Montserrat"/>
                <a:ea typeface="Montserrat"/>
                <a:cs typeface="Montserrat"/>
                <a:sym typeface="Montserrat"/>
              </a:rPr>
              <a:t>CNCF PINK</a:t>
            </a:r>
            <a:endParaRPr b="1"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rPr lang="en" sz="1050">
                <a:solidFill>
                  <a:srgbClr val="000000"/>
                </a:solidFill>
                <a:highlight>
                  <a:srgbClr val="FDFDFD"/>
                </a:highlight>
                <a:latin typeface="Montserrat"/>
                <a:ea typeface="Montserrat"/>
                <a:cs typeface="Montserrat"/>
                <a:sym typeface="Montserrat"/>
              </a:rPr>
              <a:t>HEX: D62293</a:t>
            </a:r>
            <a:endParaRPr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t/>
            </a:r>
            <a:endParaRPr sz="1050">
              <a:solidFill>
                <a:srgbClr val="000000"/>
              </a:solidFill>
              <a:highlight>
                <a:srgbClr val="FDFDFD"/>
              </a:highlight>
              <a:latin typeface="Montserrat"/>
              <a:ea typeface="Montserrat"/>
              <a:cs typeface="Montserrat"/>
              <a:sym typeface="Montserrat"/>
            </a:endParaRPr>
          </a:p>
        </p:txBody>
      </p:sp>
      <p:sp>
        <p:nvSpPr>
          <p:cNvPr id="505" name="Google Shape;505;p66"/>
          <p:cNvSpPr/>
          <p:nvPr/>
        </p:nvSpPr>
        <p:spPr>
          <a:xfrm>
            <a:off x="6583725" y="2215050"/>
            <a:ext cx="538800" cy="477600"/>
          </a:xfrm>
          <a:prstGeom prst="flowChartAlternateProcess">
            <a:avLst/>
          </a:prstGeom>
          <a:solidFill>
            <a:srgbClr val="D62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6"/>
          <p:cNvSpPr txBox="1"/>
          <p:nvPr/>
        </p:nvSpPr>
        <p:spPr>
          <a:xfrm>
            <a:off x="4578550" y="3686700"/>
            <a:ext cx="20052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000000"/>
                </a:solidFill>
                <a:highlight>
                  <a:srgbClr val="FDFDFD"/>
                </a:highlight>
                <a:latin typeface="Montserrat"/>
                <a:ea typeface="Montserrat"/>
                <a:cs typeface="Montserrat"/>
                <a:sym typeface="Montserrat"/>
              </a:rPr>
              <a:t>CNCF STONE</a:t>
            </a:r>
            <a:endParaRPr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rPr lang="en" sz="1050">
                <a:solidFill>
                  <a:srgbClr val="000000"/>
                </a:solidFill>
                <a:highlight>
                  <a:srgbClr val="FDFDFD"/>
                </a:highlight>
                <a:latin typeface="Montserrat"/>
                <a:ea typeface="Montserrat"/>
                <a:cs typeface="Montserrat"/>
                <a:sym typeface="Montserrat"/>
              </a:rPr>
              <a:t>HEX: E5E5E5</a:t>
            </a:r>
            <a:endParaRPr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t/>
            </a:r>
            <a:endParaRPr sz="1050">
              <a:solidFill>
                <a:srgbClr val="000000"/>
              </a:solidFill>
              <a:highlight>
                <a:srgbClr val="FDFDFD"/>
              </a:highlight>
              <a:latin typeface="Montserrat"/>
              <a:ea typeface="Montserrat"/>
              <a:cs typeface="Montserrat"/>
              <a:sym typeface="Montserrat"/>
            </a:endParaRPr>
          </a:p>
        </p:txBody>
      </p:sp>
      <p:sp>
        <p:nvSpPr>
          <p:cNvPr id="507" name="Google Shape;507;p66"/>
          <p:cNvSpPr/>
          <p:nvPr/>
        </p:nvSpPr>
        <p:spPr>
          <a:xfrm>
            <a:off x="4039750" y="3734700"/>
            <a:ext cx="538800" cy="477600"/>
          </a:xfrm>
          <a:prstGeom prst="flowChartAlternateProcess">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6"/>
          <p:cNvSpPr txBox="1"/>
          <p:nvPr/>
        </p:nvSpPr>
        <p:spPr>
          <a:xfrm>
            <a:off x="7122550" y="3686700"/>
            <a:ext cx="20052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000000"/>
                </a:solidFill>
                <a:highlight>
                  <a:srgbClr val="FDFDFD"/>
                </a:highlight>
                <a:latin typeface="Montserrat"/>
                <a:ea typeface="Montserrat"/>
                <a:cs typeface="Montserrat"/>
                <a:sym typeface="Montserrat"/>
              </a:rPr>
              <a:t>CNCF CLOUD WHITE</a:t>
            </a:r>
            <a:endParaRPr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rPr lang="en" sz="1050">
                <a:solidFill>
                  <a:srgbClr val="000000"/>
                </a:solidFill>
                <a:highlight>
                  <a:srgbClr val="FDFDFD"/>
                </a:highlight>
                <a:latin typeface="Montserrat"/>
                <a:ea typeface="Montserrat"/>
                <a:cs typeface="Montserrat"/>
                <a:sym typeface="Montserrat"/>
              </a:rPr>
              <a:t>HEX: FFFFFF</a:t>
            </a:r>
            <a:endParaRPr sz="1050">
              <a:solidFill>
                <a:srgbClr val="000000"/>
              </a:solidFill>
              <a:highlight>
                <a:srgbClr val="FDFDFD"/>
              </a:highlight>
              <a:latin typeface="Montserrat"/>
              <a:ea typeface="Montserrat"/>
              <a:cs typeface="Montserrat"/>
              <a:sym typeface="Montserrat"/>
            </a:endParaRPr>
          </a:p>
          <a:p>
            <a:pPr indent="0" lvl="0" marL="0" rtl="0" algn="l">
              <a:spcBef>
                <a:spcPts val="0"/>
              </a:spcBef>
              <a:spcAft>
                <a:spcPts val="0"/>
              </a:spcAft>
              <a:buNone/>
            </a:pPr>
            <a:r>
              <a:t/>
            </a:r>
            <a:endParaRPr sz="1050">
              <a:solidFill>
                <a:srgbClr val="000000"/>
              </a:solidFill>
              <a:highlight>
                <a:srgbClr val="FDFDFD"/>
              </a:highlight>
              <a:latin typeface="Montserrat"/>
              <a:ea typeface="Montserrat"/>
              <a:cs typeface="Montserrat"/>
              <a:sym typeface="Montserrat"/>
            </a:endParaRPr>
          </a:p>
        </p:txBody>
      </p:sp>
      <p:sp>
        <p:nvSpPr>
          <p:cNvPr id="509" name="Google Shape;509;p66"/>
          <p:cNvSpPr/>
          <p:nvPr/>
        </p:nvSpPr>
        <p:spPr>
          <a:xfrm>
            <a:off x="6583750" y="3734700"/>
            <a:ext cx="538800" cy="477600"/>
          </a:xfrm>
          <a:prstGeom prst="flowChartAlternateProcess">
            <a:avLst/>
          </a:prstGeom>
          <a:solidFill>
            <a:srgbClr val="FFFFF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6"/>
          <p:cNvSpPr txBox="1"/>
          <p:nvPr/>
        </p:nvSpPr>
        <p:spPr>
          <a:xfrm>
            <a:off x="426175" y="46660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a:ea typeface="Montserrat"/>
                <a:cs typeface="Montserrat"/>
                <a:sym typeface="Montserrat"/>
              </a:rPr>
              <a:t>© 2022 Cloud Native Computing Foundation</a:t>
            </a:r>
            <a:endParaRPr sz="700">
              <a:solidFill>
                <a:schemeClr val="dk1"/>
              </a:solidFill>
              <a:latin typeface="Montserrat"/>
              <a:ea typeface="Montserrat"/>
              <a:cs typeface="Montserrat"/>
              <a:sym typeface="Montserrat"/>
            </a:endParaRPr>
          </a:p>
        </p:txBody>
      </p:sp>
      <p:cxnSp>
        <p:nvCxnSpPr>
          <p:cNvPr id="511" name="Google Shape;511;p66"/>
          <p:cNvCxnSpPr/>
          <p:nvPr/>
        </p:nvCxnSpPr>
        <p:spPr>
          <a:xfrm rot="10800000">
            <a:off x="376906" y="4732654"/>
            <a:ext cx="0" cy="156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NCF">
  <a:themeElements>
    <a:clrScheme name="Simple Light">
      <a:dk1>
        <a:srgbClr val="000000"/>
      </a:dk1>
      <a:lt1>
        <a:srgbClr val="FFFFFF"/>
      </a:lt1>
      <a:dk2>
        <a:srgbClr val="595959"/>
      </a:dk2>
      <a:lt2>
        <a:srgbClr val="EEEEEE"/>
      </a:lt2>
      <a:accent1>
        <a:srgbClr val="4285F4"/>
      </a:accent1>
      <a:accent2>
        <a:srgbClr val="D62293"/>
      </a:accent2>
      <a:accent3>
        <a:srgbClr val="93EAFF"/>
      </a:accent3>
      <a:accent4>
        <a:srgbClr val="FFAB40"/>
      </a:accent4>
      <a:accent5>
        <a:srgbClr val="E5E5E5"/>
      </a:accent5>
      <a:accent6>
        <a:srgbClr val="B7B7B7"/>
      </a:accent6>
      <a:hlink>
        <a:srgbClr val="0086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